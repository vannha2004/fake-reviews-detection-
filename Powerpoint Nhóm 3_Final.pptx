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7"/>
  </p:notesMasterIdLst>
  <p:sldIdLst>
    <p:sldId id="257" r:id="rId3"/>
    <p:sldId id="323" r:id="rId4"/>
    <p:sldId id="324" r:id="rId5"/>
    <p:sldId id="259" r:id="rId6"/>
    <p:sldId id="260" r:id="rId7"/>
    <p:sldId id="264" r:id="rId8"/>
    <p:sldId id="265" r:id="rId9"/>
    <p:sldId id="266" r:id="rId10"/>
    <p:sldId id="320" r:id="rId11"/>
    <p:sldId id="268" r:id="rId12"/>
    <p:sldId id="269" r:id="rId13"/>
    <p:sldId id="270" r:id="rId14"/>
    <p:sldId id="277" r:id="rId15"/>
    <p:sldId id="275" r:id="rId16"/>
    <p:sldId id="325" r:id="rId17"/>
    <p:sldId id="321" r:id="rId18"/>
    <p:sldId id="272" r:id="rId19"/>
    <p:sldId id="326" r:id="rId20"/>
    <p:sldId id="274" r:id="rId21"/>
    <p:sldId id="322" r:id="rId22"/>
    <p:sldId id="276" r:id="rId23"/>
    <p:sldId id="278" r:id="rId24"/>
    <p:sldId id="327" r:id="rId25"/>
    <p:sldId id="258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F3FF"/>
    <a:srgbClr val="79BEF5"/>
    <a:srgbClr val="194F69"/>
    <a:srgbClr val="4FA4B4"/>
    <a:srgbClr val="37B8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334" y="5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fld id="{A46AB3C2-A4EB-4EF7-8C73-030461326036}" type="datetimeFigureOut">
              <a:rPr lang="zh-CN" altLang="en-US" smtClean="0"/>
              <a:pPr/>
              <a:t>2025/6/20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fld id="{BA23F435-8B4B-4FEC-9FB2-ADD6576921F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 Light" panose="020B0502040204020203" pitchFamily="34" charset="-122"/>
        <a:ea typeface="Microsoft YaHei UI Light" panose="020B0502040204020203" pitchFamily="34" charset="-122"/>
        <a:cs typeface="#9Slide03 Arima Madurai" panose="00000500000000000000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 Light" panose="020B0502040204020203" pitchFamily="34" charset="-122"/>
        <a:ea typeface="Microsoft YaHei UI Light" panose="020B0502040204020203" pitchFamily="34" charset="-122"/>
        <a:cs typeface="#9Slide03 Arima Madurai" panose="00000500000000000000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 Light" panose="020B0502040204020203" pitchFamily="34" charset="-122"/>
        <a:ea typeface="Microsoft YaHei UI Light" panose="020B0502040204020203" pitchFamily="34" charset="-122"/>
        <a:cs typeface="#9Slide03 Arima Madurai" panose="00000500000000000000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 Light" panose="020B0502040204020203" pitchFamily="34" charset="-122"/>
        <a:ea typeface="Microsoft YaHei UI Light" panose="020B0502040204020203" pitchFamily="34" charset="-122"/>
        <a:cs typeface="#9Slide03 Arima Madurai" panose="00000500000000000000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 Light" panose="020B0502040204020203" pitchFamily="34" charset="-122"/>
        <a:ea typeface="Microsoft YaHei UI Light" panose="020B0502040204020203" pitchFamily="34" charset="-122"/>
        <a:cs typeface="#9Slide03 Arima Madurai" panose="00000500000000000000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3F435-8B4B-4FEC-9FB2-ADD6576921F3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3753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>
            <a:normAutofit/>
          </a:bodyPr>
          <a:lstStyle>
            <a:lvl1pPr>
              <a:defRPr sz="6000"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#9Slide03 Arima Madurai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>
                <a:latin typeface="#9Slide03 Arima Madurai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altLang="vi-VN" sz="2300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>
                <a:latin typeface="#9Slide03 Arima Madurai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altLang="vi-VN" sz="2300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sz="2700" dirty="0">
                <a:latin typeface="Noto Sans"/>
                <a:ea typeface="Noto Sans"/>
              </a:rPr>
              <a:t>Bấm vào đây để chỉnh sửa kiểu tiêu đề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3200">
                <a:latin typeface="#9Slide03 Arima Madurai" panose="00000500000000000000" pitchFamily="2" charset="0"/>
              </a:defRPr>
            </a:lvl1pPr>
            <a:lvl2pPr>
              <a:defRPr sz="2800">
                <a:latin typeface="#9Slide03 Arima Madurai" panose="00000500000000000000" pitchFamily="2" charset="0"/>
              </a:defRPr>
            </a:lvl2pPr>
            <a:lvl3pPr>
              <a:defRPr sz="2400">
                <a:latin typeface="#9Slide03 Arima Madurai" panose="00000500000000000000" pitchFamily="2" charset="0"/>
              </a:defRPr>
            </a:lvl3pPr>
            <a:lvl4pPr>
              <a:defRPr sz="2000">
                <a:latin typeface="#9Slide03 Arima Madurai" panose="00000500000000000000" pitchFamily="2" charset="0"/>
              </a:defRPr>
            </a:lvl4pPr>
            <a:lvl5pPr>
              <a:defRPr sz="2000">
                <a:latin typeface="#9Slide03 Arima Madurai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#9Slide03 Arima Madurai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sz="2700" dirty="0">
                <a:latin typeface="Noto Sans"/>
                <a:ea typeface="Noto Sans"/>
              </a:rPr>
              <a:t>Bấm vào đây để chỉnh sửa kiểu tiêu đề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#9Slide03 Arima Madurai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vert"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sz="4200" dirty="0">
                <a:latin typeface="Noto Sans"/>
                <a:ea typeface="Noto Sans"/>
              </a:rPr>
              <a:t>Bấm vào đây để chỉnh sửa kiểu tiêu đề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vert"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643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>
            <a:normAutofit/>
          </a:bodyPr>
          <a:lstStyle>
            <a:lvl1pPr>
              <a:defRPr sz="6000"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#9Slide03 Arima Madurai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>
                <a:latin typeface="#9Slide03 Arima Madurai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altLang="vi-VN" sz="2300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>
                <a:latin typeface="#9Slide03 Arima Madurai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altLang="vi-VN" sz="2300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sz="2700" dirty="0">
                <a:latin typeface="Noto Sans"/>
                <a:ea typeface="Noto Sans"/>
              </a:rPr>
              <a:t>Bấm vào đây để chỉnh sửa kiểu tiêu đề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3200">
                <a:latin typeface="#9Slide03 Arima Madurai" panose="00000500000000000000" pitchFamily="2" charset="0"/>
              </a:defRPr>
            </a:lvl1pPr>
            <a:lvl2pPr>
              <a:defRPr sz="2800">
                <a:latin typeface="#9Slide03 Arima Madurai" panose="00000500000000000000" pitchFamily="2" charset="0"/>
              </a:defRPr>
            </a:lvl2pPr>
            <a:lvl3pPr>
              <a:defRPr sz="2400">
                <a:latin typeface="#9Slide03 Arima Madurai" panose="00000500000000000000" pitchFamily="2" charset="0"/>
              </a:defRPr>
            </a:lvl3pPr>
            <a:lvl4pPr>
              <a:defRPr sz="2000">
                <a:latin typeface="#9Slide03 Arima Madurai" panose="00000500000000000000" pitchFamily="2" charset="0"/>
              </a:defRPr>
            </a:lvl4pPr>
            <a:lvl5pPr>
              <a:defRPr sz="2000">
                <a:latin typeface="#9Slide03 Arima Madurai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#9Slide03 Arima Madurai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sz="2700" dirty="0">
                <a:latin typeface="Noto Sans"/>
                <a:ea typeface="Noto Sans"/>
              </a:rPr>
              <a:t>Bấm vào đây để chỉnh sửa kiểu tiêu đề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#9Slide03 Arima Madurai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vert"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</a:lstStyle>
          <a:p>
            <a:r>
              <a:rPr lang="vi-VN" altLang="vi-VN" sz="4200" dirty="0">
                <a:latin typeface="Noto Sans"/>
                <a:ea typeface="Noto Sans"/>
              </a:rPr>
              <a:t>Bấm vào đây để chỉnh sửa kiểu tiêu đề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vert">
            <a:normAutofit/>
          </a:bodyPr>
          <a:lstStyle>
            <a:lvl1pPr>
              <a:defRPr>
                <a:latin typeface="#9Slide03 Arima Madurai" panose="00000500000000000000" pitchFamily="2" charset="0"/>
              </a:defRPr>
            </a:lvl1pPr>
            <a:lvl2pPr>
              <a:defRPr>
                <a:latin typeface="#9Slide03 Arima Madurai" panose="00000500000000000000" pitchFamily="2" charset="0"/>
              </a:defRPr>
            </a:lvl2pPr>
            <a:lvl3pPr>
              <a:defRPr>
                <a:latin typeface="#9Slide03 Arima Madurai" panose="00000500000000000000" pitchFamily="2" charset="0"/>
              </a:defRPr>
            </a:lvl3pPr>
            <a:lvl4pPr>
              <a:defRPr>
                <a:latin typeface="#9Slide03 Arima Madurai" panose="00000500000000000000" pitchFamily="2" charset="0"/>
              </a:defRPr>
            </a:lvl4pPr>
            <a:lvl5pPr>
              <a:defRPr>
                <a:latin typeface="#9Slide03 Arima Madurai" panose="00000500000000000000" pitchFamily="2" charset="0"/>
              </a:defRPr>
            </a:lvl5pPr>
          </a:lstStyle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F1BDA-7272-43C2-A46F-6474D7D29286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D5A33-B045-491A-9B5D-6432B08912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fld id="{F65F1BDA-7272-43C2-A46F-6474D7D29286}" type="datetimeFigureOut">
              <a:rPr lang="zh-CN" altLang="en-US" smtClean="0"/>
              <a:pPr/>
              <a:t>2025/6/20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fld id="{0A0D5A33-B045-491A-9B5D-6432B08912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altLang="vi-VN" dirty="0">
                <a:latin typeface="Noto Sans"/>
                <a:ea typeface="Noto Sans"/>
              </a:rPr>
              <a:t>Bấm vào đây để chỉnh sửa kiểu tiêu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altLang="vi-VN" dirty="0">
                <a:latin typeface="Noto Sans"/>
                <a:ea typeface="Noto Sans"/>
              </a:rPr>
              <a:t>Bấm vào đây để chỉnh sửa kiểu văn bản chính</a:t>
            </a:r>
            <a:endParaRPr lang="zh-CN" altLang="en-US" dirty="0"/>
          </a:p>
          <a:p>
            <a:pPr lvl="1"/>
            <a:r>
              <a:rPr lang="vi-VN" altLang="vi-VN" dirty="0">
                <a:latin typeface="Noto Sans"/>
                <a:ea typeface="Noto Sans"/>
              </a:rPr>
              <a:t>Cấp độ 2</a:t>
            </a:r>
            <a:endParaRPr lang="zh-CN" altLang="en-US" dirty="0"/>
          </a:p>
          <a:p>
            <a:pPr lvl="2"/>
            <a:r>
              <a:rPr lang="vi-VN" altLang="vi-VN" dirty="0">
                <a:latin typeface="Noto Sans"/>
                <a:ea typeface="Noto Sans"/>
              </a:rPr>
              <a:t>Cấp ba</a:t>
            </a:r>
            <a:endParaRPr lang="zh-CN" altLang="en-US" dirty="0"/>
          </a:p>
          <a:p>
            <a:pPr lvl="3"/>
            <a:r>
              <a:rPr lang="vi-VN" altLang="vi-VN" dirty="0">
                <a:latin typeface="Noto Sans"/>
                <a:ea typeface="Noto Sans"/>
              </a:rPr>
              <a:t>Cấp 4</a:t>
            </a:r>
            <a:endParaRPr lang="zh-CN" altLang="en-US" dirty="0"/>
          </a:p>
          <a:p>
            <a:pPr lvl="4"/>
            <a:r>
              <a:rPr lang="vi-VN" altLang="vi-VN" dirty="0">
                <a:latin typeface="Noto Sans"/>
                <a:ea typeface="Noto Sans"/>
              </a:rPr>
              <a:t>Cấp 5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fld id="{F65F1BDA-7272-43C2-A46F-6474D7D29286}" type="datetimeFigureOut">
              <a:rPr lang="zh-CN" altLang="en-US" smtClean="0"/>
              <a:pPr/>
              <a:t>2025/6/20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defRPr>
            </a:lvl1pPr>
          </a:lstStyle>
          <a:p>
            <a:fld id="{0A0D5A33-B045-491A-9B5D-6432B08912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#9Slide03 Arima Madurai" panose="00000500000000000000" pitchFamily="2" charset="0"/>
          <a:ea typeface="Microsoft YaHei UI Light" panose="020B0502040204020203" pitchFamily="34" charset="-122"/>
          <a:cs typeface="#9Slide03 Arima Madurai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rapidesign.cn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569" y="-7620"/>
            <a:ext cx="13744938" cy="687246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265563" y="1354506"/>
            <a:ext cx="2091827" cy="10158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vi-VN" sz="6000" b="1" dirty="0">
                <a:gradFill flip="none" rotWithShape="1">
                  <a:gsLst>
                    <a:gs pos="0">
                      <a:srgbClr val="07F4FF"/>
                    </a:gs>
                    <a:gs pos="76000">
                      <a:srgbClr val="3882D7">
                        <a:alpha val="0"/>
                      </a:srgbClr>
                    </a:gs>
                  </a:gsLst>
                  <a:lin ang="5400000" scaled="1"/>
                </a:gra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</a:rPr>
              <a:t>Group3</a:t>
            </a:r>
            <a:endParaRPr lang="en-US" altLang="zh-CN" sz="6000" b="1" dirty="0">
              <a:gradFill flip="none" rotWithShape="1">
                <a:gsLst>
                  <a:gs pos="0">
                    <a:srgbClr val="07F4FF"/>
                  </a:gs>
                  <a:gs pos="76000">
                    <a:srgbClr val="3882D7">
                      <a:alpha val="0"/>
                    </a:srgbClr>
                  </a:gs>
                </a:gsLst>
                <a:lin ang="5400000" scaled="1"/>
              </a:gra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2" name="TextBox 31"/>
          <p:cNvSpPr txBox="1"/>
          <p:nvPr/>
        </p:nvSpPr>
        <p:spPr>
          <a:xfrm flipH="1">
            <a:off x="6397844" y="2615824"/>
            <a:ext cx="4892195" cy="2562666"/>
          </a:xfrm>
          <a:prstGeom prst="rect">
            <a:avLst/>
          </a:prstGeom>
          <a:noFill/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70000"/>
              </a:lnSpc>
            </a:pPr>
            <a:r>
              <a:rPr lang="en-US" sz="3600" dirty="0">
                <a:solidFill>
                  <a:srgbClr val="4FA4B4"/>
                </a:solidFill>
                <a:latin typeface="Anton" pitchFamily="2" charset="0"/>
                <a:cs typeface="#9Slide03 Arima Madurai" panose="00000500000000000000" pitchFamily="2" charset="0"/>
              </a:rPr>
              <a:t>XÂY DỰNG HỆ THỐNG PHÁT HIỆN GIAN LẬN TRONG ĐÁNH GIÁ SẢN PHẨM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70D7CD-F809-E5F4-65C2-430EC31F01D6}"/>
              </a:ext>
            </a:extLst>
          </p:cNvPr>
          <p:cNvGrpSpPr/>
          <p:nvPr/>
        </p:nvGrpSpPr>
        <p:grpSpPr>
          <a:xfrm>
            <a:off x="0" y="-7620"/>
            <a:ext cx="7794625" cy="609504"/>
            <a:chOff x="4495800" y="5126019"/>
            <a:chExt cx="7794625" cy="609504"/>
          </a:xfrm>
        </p:grpSpPr>
        <p:sp>
          <p:nvSpPr>
            <p:cNvPr id="6" name="标题 1">
              <a:extLst>
                <a:ext uri="{FF2B5EF4-FFF2-40B4-BE49-F238E27FC236}">
                  <a16:creationId xmlns:a16="http://schemas.microsoft.com/office/drawing/2014/main" id="{26A99C84-64C9-4C67-87D1-7F774C3528BD}"/>
                </a:ext>
              </a:extLst>
            </p:cNvPr>
            <p:cNvSpPr txBox="1"/>
            <p:nvPr/>
          </p:nvSpPr>
          <p:spPr>
            <a:xfrm>
              <a:off x="4495800" y="5126019"/>
              <a:ext cx="7037408" cy="609504"/>
            </a:xfrm>
            <a:prstGeom prst="roundRect">
              <a:avLst/>
            </a:prstGeom>
            <a:solidFill>
              <a:srgbClr val="4FA4B4"/>
            </a:solidFill>
            <a:ln w="12700" cap="sq">
              <a:solidFill>
                <a:schemeClr val="accent1"/>
              </a:solidFill>
              <a:miter/>
            </a:ln>
            <a:effectLst>
              <a:outerShdw blurRad="190500" dist="127000" dir="2700000" algn="tr" rotWithShape="0">
                <a:schemeClr val="tx1">
                  <a:alpha val="10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1051218C-2569-0A90-A973-C2987F2D1246}"/>
                </a:ext>
              </a:extLst>
            </p:cNvPr>
            <p:cNvSpPr txBox="1"/>
            <p:nvPr/>
          </p:nvSpPr>
          <p:spPr>
            <a:xfrm>
              <a:off x="5487710" y="5345313"/>
              <a:ext cx="6802715" cy="187899"/>
            </a:xfrm>
            <a:prstGeom prst="roundRect">
              <a:avLst>
                <a:gd name="adj" fmla="val 0"/>
              </a:avLst>
            </a:prstGeom>
            <a:noFill/>
            <a:ln w="15875" cap="sq">
              <a:noFill/>
            </a:ln>
            <a:effectLst/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00000"/>
                </a:lnSpc>
              </a:pPr>
              <a:r>
                <a:rPr kumimoji="1" lang="vi-VN" altLang="zh-CN" sz="1400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#9Slide03 Arima Madurai Bold" panose="00000800000000000000" pitchFamily="2" charset="0"/>
                  <a:ea typeface="Source Han Sans"/>
                  <a:cs typeface="#9Slide03 Arima Madurai Bold" panose="00000800000000000000" pitchFamily="2" charset="0"/>
                </a:rPr>
                <a:t>Trường Công nghệ Thông tin và Truyền Thông – Đại học Công nghiệp Hà Nội</a:t>
              </a:r>
              <a:endParaRPr kumimoji="1" lang="zh-CN" altLang="en-US" dirty="0">
                <a:latin typeface="#9Slide03 Arima Madurai Bold" panose="00000800000000000000" pitchFamily="2" charset="0"/>
                <a:ea typeface="Microsoft YaHei UI Light" panose="020B0502040204020203" pitchFamily="34" charset="-122"/>
                <a:cs typeface="#9Slide03 Arima Madurai Bold" panose="00000800000000000000" pitchFamily="2" charset="0"/>
              </a:endParaRPr>
            </a:p>
          </p:txBody>
        </p:sp>
        <p:pic>
          <p:nvPicPr>
            <p:cNvPr id="8" name="Picture 7" descr="A yellow and red logo&#10;&#10;AI-generated content may be incorrect.">
              <a:extLst>
                <a:ext uri="{FF2B5EF4-FFF2-40B4-BE49-F238E27FC236}">
                  <a16:creationId xmlns:a16="http://schemas.microsoft.com/office/drawing/2014/main" id="{944B3E87-C742-14A9-02F9-5CDE2B8C3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7230" y="5167425"/>
              <a:ext cx="485789" cy="48672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9" name="Picture 8" descr="A yellow and red logo&#10;&#10;AI-generated content may be incorrect.">
            <a:extLst>
              <a:ext uri="{FF2B5EF4-FFF2-40B4-BE49-F238E27FC236}">
                <a16:creationId xmlns:a16="http://schemas.microsoft.com/office/drawing/2014/main" id="{60450F8A-9E21-334F-1709-9EBA48A138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30" y="22212"/>
            <a:ext cx="485789" cy="486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4F69"/>
            </a:gs>
            <a:gs pos="63000">
              <a:srgbClr val="37B8C3"/>
            </a:gs>
            <a:gs pos="85000">
              <a:srgbClr val="4FA4B4">
                <a:alpha val="84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Cuoco Maschile in Tuta. Tizio in Cucina in Un Grembiule. Persona ...">
            <a:extLst>
              <a:ext uri="{FF2B5EF4-FFF2-40B4-BE49-F238E27FC236}">
                <a16:creationId xmlns:a16="http://schemas.microsoft.com/office/drawing/2014/main" id="{02482D09-6997-AF62-C5D5-C64D8DF7E3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500" b="90000" l="10000" r="90000">
                        <a14:foregroundMark x1="50000" y1="8250" x2="52625" y2="31750"/>
                        <a14:foregroundMark x1="54625" y1="29000" x2="50250" y2="29250"/>
                        <a14:foregroundMark x1="57500" y1="28000" x2="47625" y2="27375"/>
                        <a14:foregroundMark x1="53250" y1="7625" x2="48125" y2="7500"/>
                        <a14:foregroundMark x1="40125" y1="16750" x2="39625" y2="25000"/>
                        <a14:foregroundMark x1="38625" y1="22625" x2="37875" y2="26875"/>
                        <a14:foregroundMark x1="48125" y1="27125" x2="51500" y2="26375"/>
                        <a14:foregroundMark x1="57250" y1="27375" x2="54125" y2="26375"/>
                        <a14:foregroundMark x1="38375" y1="22250" x2="37500" y2="26000"/>
                        <a14:foregroundMark x1="57000" y1="14000" x2="56250" y2="16625"/>
                        <a14:foregroundMark x1="47125" y1="13375" x2="48000" y2="16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878" r="33576" b="47458"/>
          <a:stretch/>
        </p:blipFill>
        <p:spPr bwMode="auto">
          <a:xfrm>
            <a:off x="7922355" y="3669230"/>
            <a:ext cx="1975182" cy="318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NG Cartoon adult apron happiness. | Free PNG - rawpixel">
            <a:extLst>
              <a:ext uri="{FF2B5EF4-FFF2-40B4-BE49-F238E27FC236}">
                <a16:creationId xmlns:a16="http://schemas.microsoft.com/office/drawing/2014/main" id="{A1062E33-8FDF-164A-8F7D-AD97FC671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300" b="90000" l="9887" r="89789">
                        <a14:foregroundMark x1="46353" y1="52200" x2="46353" y2="39300"/>
                        <a14:foregroundMark x1="47002" y1="7400" x2="58347" y2="11100"/>
                        <a14:foregroundMark x1="51216" y1="37000" x2="52350" y2="44200"/>
                        <a14:foregroundMark x1="52350" y1="44200" x2="64992" y2="58900"/>
                        <a14:foregroundMark x1="64506" y1="37400" x2="82496" y2="58100"/>
                        <a14:foregroundMark x1="69206" y1="48100" x2="85251" y2="59700"/>
                        <a14:foregroundMark x1="85251" y1="59700" x2="87196" y2="64100"/>
                        <a14:foregroundMark x1="37439" y1="42200" x2="20097" y2="57500"/>
                        <a14:foregroundMark x1="20097" y1="57500" x2="17018" y2="65600"/>
                        <a14:foregroundMark x1="12966" y1="65600" x2="33874" y2="43200"/>
                        <a14:foregroundMark x1="10859" y1="63800" x2="34846" y2="40100"/>
                        <a14:foregroundMark x1="44246" y1="16700" x2="57050" y2="20700"/>
                        <a14:foregroundMark x1="41491" y1="4900" x2="44246" y2="4300"/>
                        <a14:foregroundMark x1="86872" y1="50900" x2="89303" y2="61000"/>
                        <a14:foregroundMark x1="89303" y1="61000" x2="86710" y2="67500"/>
                        <a14:foregroundMark x1="68233" y1="56000" x2="67909" y2="61700"/>
                        <a14:foregroundMark x1="69854" y1="59600" x2="64668" y2="69600"/>
                        <a14:foregroundMark x1="56564" y1="15100" x2="46840" y2="34400"/>
                        <a14:foregroundMark x1="46840" y1="34400" x2="46840" y2="34600"/>
                        <a14:foregroundMark x1="37601" y1="37700" x2="22853" y2="44800"/>
                        <a14:foregroundMark x1="22853" y1="44800" x2="17828" y2="54600"/>
                        <a14:foregroundMark x1="17828" y1="54600" x2="17342" y2="59900"/>
                        <a14:foregroundMark x1="69368" y1="63100" x2="66613" y2="67700"/>
                        <a14:backgroundMark x1="25284" y1="61100" x2="25770" y2="68900"/>
                        <a14:backgroundMark x1="25770" y1="68900" x2="26256" y2="69100"/>
                        <a14:backgroundMark x1="24635" y1="61600" x2="26256" y2="58900"/>
                        <a14:backgroundMark x1="72560" y1="65129" x2="72609" y2="67800"/>
                        <a14:backgroundMark x1="72518" y1="62835" x2="72536" y2="63792"/>
                        <a14:backgroundMark x1="72447" y1="59000" x2="72467" y2="60099"/>
                        <a14:backgroundMark x1="72609" y1="67800" x2="70178" y2="707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355" y="3669231"/>
            <a:ext cx="2312832" cy="374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omic Craftsman Stock Illustrations – 359 Comic Craftsman Stock ...">
            <a:extLst>
              <a:ext uri="{FF2B5EF4-FFF2-40B4-BE49-F238E27FC236}">
                <a16:creationId xmlns:a16="http://schemas.microsoft.com/office/drawing/2014/main" id="{1B406F71-8863-951B-0BBE-75446A0860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2468" y1="15222" x2="32468" y2="13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952" t="5516" r="13766" b="33909"/>
          <a:stretch/>
        </p:blipFill>
        <p:spPr bwMode="auto">
          <a:xfrm>
            <a:off x="8070553" y="3171825"/>
            <a:ext cx="2164634" cy="368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os Brazos Cruzados PNG Imágenes Transparentes - Pngtree">
            <a:extLst>
              <a:ext uri="{FF2B5EF4-FFF2-40B4-BE49-F238E27FC236}">
                <a16:creationId xmlns:a16="http://schemas.microsoft.com/office/drawing/2014/main" id="{1E362D60-1E00-D035-3B5D-C90436C40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8889" l="10000" r="90000">
                        <a14:foregroundMark x1="35556" y1="56944" x2="56944" y2="56944"/>
                        <a14:foregroundMark x1="43889" y1="62500" x2="45833" y2="92500"/>
                        <a14:foregroundMark x1="37778" y1="56389" x2="43889" y2="80833"/>
                        <a14:foregroundMark x1="45556" y1="85278" x2="47778" y2="90556"/>
                        <a14:foregroundMark x1="58611" y1="84444" x2="60833" y2="96944"/>
                        <a14:foregroundMark x1="61944" y1="96389" x2="45556" y2="98889"/>
                        <a14:foregroundMark x1="45556" y1="98889" x2="36111" y2="83056"/>
                        <a14:foregroundMark x1="36111" y1="83056" x2="35556" y2="8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889" t="10101" r="22900"/>
          <a:stretch/>
        </p:blipFill>
        <p:spPr bwMode="auto">
          <a:xfrm>
            <a:off x="7149033" y="1223158"/>
            <a:ext cx="3648669" cy="563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4A6C5C3-F60E-2EDA-5322-781111AFB240}"/>
              </a:ext>
            </a:extLst>
          </p:cNvPr>
          <p:cNvSpPr txBox="1"/>
          <p:nvPr/>
        </p:nvSpPr>
        <p:spPr>
          <a:xfrm>
            <a:off x="616727" y="2193154"/>
            <a:ext cx="601342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9600" dirty="0">
                <a:latin typeface="#9Slide03 BoosterNextFYBlack" panose="02000A03000000020004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TEAM MEMBER</a:t>
            </a:r>
            <a:endParaRPr lang="en-US" sz="9600" dirty="0">
              <a:latin typeface="#9Slide03 BoosterNextFYBlack" panose="02000A03000000020004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pic>
        <p:nvPicPr>
          <p:cNvPr id="35" name="Picture 34" descr="A yellow and red logo&#10;&#10;AI-generated content may be incorrect.">
            <a:extLst>
              <a:ext uri="{FF2B5EF4-FFF2-40B4-BE49-F238E27FC236}">
                <a16:creationId xmlns:a16="http://schemas.microsoft.com/office/drawing/2014/main" id="{A91AA137-34A6-2946-48A3-E21365439CB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187" y="-17721"/>
            <a:ext cx="1956813" cy="1960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2">
            <a:extLst>
              <a:ext uri="{FF2B5EF4-FFF2-40B4-BE49-F238E27FC236}">
                <a16:creationId xmlns:a16="http://schemas.microsoft.com/office/drawing/2014/main" id="{CEEF8043-B328-9E8A-5AE2-F83EAAD6B14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187" y="537502"/>
            <a:ext cx="10537290" cy="526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0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94F69"/>
            </a:gs>
            <a:gs pos="63000">
              <a:srgbClr val="37B8C3"/>
            </a:gs>
            <a:gs pos="85000">
              <a:srgbClr val="4FA4B4">
                <a:alpha val="84000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A4C91-79F8-FDA3-0A81-F209AE4C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Cuoco Maschile in Tuta. Tizio in Cucina in Un Grembiule. Persona ...">
            <a:extLst>
              <a:ext uri="{FF2B5EF4-FFF2-40B4-BE49-F238E27FC236}">
                <a16:creationId xmlns:a16="http://schemas.microsoft.com/office/drawing/2014/main" id="{199CE355-EDA1-C77F-C341-C55C819A7F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500" b="90000" l="10000" r="90000">
                        <a14:foregroundMark x1="50000" y1="8250" x2="52625" y2="31750"/>
                        <a14:foregroundMark x1="54625" y1="29000" x2="50250" y2="29250"/>
                        <a14:foregroundMark x1="57500" y1="28000" x2="47625" y2="27375"/>
                        <a14:foregroundMark x1="53250" y1="7625" x2="48125" y2="7500"/>
                        <a14:foregroundMark x1="40125" y1="16750" x2="39625" y2="25000"/>
                        <a14:foregroundMark x1="38625" y1="22625" x2="37875" y2="26875"/>
                        <a14:foregroundMark x1="48125" y1="27125" x2="51500" y2="26375"/>
                        <a14:foregroundMark x1="57250" y1="27375" x2="54125" y2="26375"/>
                        <a14:foregroundMark x1="38375" y1="22250" x2="37500" y2="26000"/>
                        <a14:foregroundMark x1="57000" y1="14000" x2="56250" y2="16625"/>
                        <a14:foregroundMark x1="47125" y1="13375" x2="48000" y2="16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878" r="33576" b="47458"/>
          <a:stretch/>
        </p:blipFill>
        <p:spPr bwMode="auto">
          <a:xfrm>
            <a:off x="1166096" y="2574758"/>
            <a:ext cx="2653118" cy="428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NG Cartoon adult apron happiness. | Free PNG - rawpixel">
            <a:extLst>
              <a:ext uri="{FF2B5EF4-FFF2-40B4-BE49-F238E27FC236}">
                <a16:creationId xmlns:a16="http://schemas.microsoft.com/office/drawing/2014/main" id="{E224D5B4-664B-DC23-778F-262A43E0D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300" b="90000" l="9887" r="89789">
                        <a14:foregroundMark x1="46353" y1="52200" x2="46353" y2="39300"/>
                        <a14:foregroundMark x1="47002" y1="7400" x2="58347" y2="11100"/>
                        <a14:foregroundMark x1="51216" y1="37000" x2="52350" y2="44200"/>
                        <a14:foregroundMark x1="52350" y1="44200" x2="64992" y2="58900"/>
                        <a14:foregroundMark x1="64506" y1="37400" x2="82496" y2="58100"/>
                        <a14:foregroundMark x1="69206" y1="48100" x2="85251" y2="59700"/>
                        <a14:foregroundMark x1="85251" y1="59700" x2="87196" y2="64100"/>
                        <a14:foregroundMark x1="37439" y1="42200" x2="20097" y2="57500"/>
                        <a14:foregroundMark x1="20097" y1="57500" x2="17018" y2="65600"/>
                        <a14:foregroundMark x1="12966" y1="65600" x2="33874" y2="43200"/>
                        <a14:foregroundMark x1="10859" y1="63800" x2="34846" y2="40100"/>
                        <a14:foregroundMark x1="44246" y1="16700" x2="57050" y2="20700"/>
                        <a14:foregroundMark x1="41491" y1="4900" x2="44246" y2="4300"/>
                        <a14:foregroundMark x1="86872" y1="50900" x2="89303" y2="61000"/>
                        <a14:foregroundMark x1="89303" y1="61000" x2="86710" y2="67500"/>
                        <a14:foregroundMark x1="68233" y1="56000" x2="67909" y2="61700"/>
                        <a14:foregroundMark x1="69854" y1="59600" x2="64668" y2="69600"/>
                        <a14:foregroundMark x1="56564" y1="15100" x2="46840" y2="34400"/>
                        <a14:foregroundMark x1="46840" y1="34400" x2="46840" y2="34600"/>
                        <a14:foregroundMark x1="37601" y1="37700" x2="22853" y2="44800"/>
                        <a14:foregroundMark x1="22853" y1="44800" x2="17828" y2="54600"/>
                        <a14:foregroundMark x1="17828" y1="54600" x2="17342" y2="59900"/>
                        <a14:foregroundMark x1="69368" y1="63100" x2="66613" y2="67700"/>
                        <a14:backgroundMark x1="25284" y1="61100" x2="25770" y2="68900"/>
                        <a14:backgroundMark x1="25770" y1="68900" x2="26256" y2="69100"/>
                        <a14:backgroundMark x1="24635" y1="61600" x2="26256" y2="58900"/>
                        <a14:backgroundMark x1="72560" y1="65129" x2="72609" y2="67800"/>
                        <a14:backgroundMark x1="72518" y1="62835" x2="72536" y2="63792"/>
                        <a14:backgroundMark x1="72447" y1="59000" x2="72467" y2="60099"/>
                        <a14:backgroundMark x1="72609" y1="67800" x2="70178" y2="707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966" y="2060862"/>
            <a:ext cx="3305032" cy="535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omic Craftsman Stock Illustrations – 359 Comic Craftsman Stock ...">
            <a:extLst>
              <a:ext uri="{FF2B5EF4-FFF2-40B4-BE49-F238E27FC236}">
                <a16:creationId xmlns:a16="http://schemas.microsoft.com/office/drawing/2014/main" id="{960C9892-3458-CAB8-8C66-B26C4024F6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2468" y1="15222" x2="32468" y2="13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952" t="5516" r="13766" b="33909"/>
          <a:stretch/>
        </p:blipFill>
        <p:spPr bwMode="auto">
          <a:xfrm>
            <a:off x="8733699" y="2249880"/>
            <a:ext cx="2706029" cy="460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os Brazos Cruzados PNG Imágenes Transparentes - Pngtree">
            <a:extLst>
              <a:ext uri="{FF2B5EF4-FFF2-40B4-BE49-F238E27FC236}">
                <a16:creationId xmlns:a16="http://schemas.microsoft.com/office/drawing/2014/main" id="{0CBE679E-01BC-1A19-B2BD-D57F9BE77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8889" l="10000" r="90000">
                        <a14:foregroundMark x1="35556" y1="56944" x2="56944" y2="56944"/>
                        <a14:foregroundMark x1="43889" y1="62500" x2="45833" y2="92500"/>
                        <a14:foregroundMark x1="37778" y1="56389" x2="43889" y2="80833"/>
                        <a14:foregroundMark x1="45556" y1="85278" x2="47778" y2="90556"/>
                        <a14:foregroundMark x1="58611" y1="84444" x2="60833" y2="96944"/>
                        <a14:foregroundMark x1="61944" y1="96389" x2="45556" y2="98889"/>
                        <a14:foregroundMark x1="45556" y1="98889" x2="36111" y2="83056"/>
                        <a14:foregroundMark x1="36111" y1="83056" x2="35556" y2="8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889" t="10101" r="22900"/>
          <a:stretch/>
        </p:blipFill>
        <p:spPr bwMode="auto">
          <a:xfrm>
            <a:off x="5607218" y="1081770"/>
            <a:ext cx="3740221" cy="577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9E69CC-87E4-F2F1-244C-1E1D623548A6}"/>
              </a:ext>
            </a:extLst>
          </p:cNvPr>
          <p:cNvSpPr txBox="1"/>
          <p:nvPr/>
        </p:nvSpPr>
        <p:spPr>
          <a:xfrm>
            <a:off x="6176865" y="591500"/>
            <a:ext cx="2920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Trương Ngọc Cường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D5557E-7718-B5FE-96CE-EA6CE14CC3DE}"/>
              </a:ext>
            </a:extLst>
          </p:cNvPr>
          <p:cNvSpPr txBox="1"/>
          <p:nvPr/>
        </p:nvSpPr>
        <p:spPr>
          <a:xfrm>
            <a:off x="8539002" y="1775895"/>
            <a:ext cx="3091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Hoàng Mạnh Hùng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26F80E-354D-97A8-A023-1F2A9C6D6144}"/>
              </a:ext>
            </a:extLst>
          </p:cNvPr>
          <p:cNvSpPr txBox="1"/>
          <p:nvPr/>
        </p:nvSpPr>
        <p:spPr>
          <a:xfrm>
            <a:off x="3698486" y="1657976"/>
            <a:ext cx="3091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Vũ Tùng Dương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0A2934-DABF-409A-C86B-4EAB088FC80E}"/>
              </a:ext>
            </a:extLst>
          </p:cNvPr>
          <p:cNvSpPr txBox="1"/>
          <p:nvPr/>
        </p:nvSpPr>
        <p:spPr>
          <a:xfrm>
            <a:off x="1321425" y="2402704"/>
            <a:ext cx="3091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Trần Văn Nhã</a:t>
            </a:r>
            <a:endParaRPr lang="en-US" sz="2400" b="1" dirty="0">
              <a:solidFill>
                <a:schemeClr val="bg1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134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569" y="0"/>
            <a:ext cx="13744938" cy="6872469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6156139" y="1574496"/>
            <a:ext cx="3346303" cy="645160"/>
            <a:chOff x="5750783" y="1369833"/>
            <a:chExt cx="3346303" cy="645160"/>
          </a:xfrm>
        </p:grpSpPr>
        <p:sp>
          <p:nvSpPr>
            <p:cNvPr id="7" name="文本框 6"/>
            <p:cNvSpPr txBox="1"/>
            <p:nvPr/>
          </p:nvSpPr>
          <p:spPr>
            <a:xfrm>
              <a:off x="5750783" y="1369833"/>
              <a:ext cx="664845" cy="645160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vi-VN" altLang="vi-VN" sz="36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01</a:t>
              </a:r>
              <a:endParaRPr lang="en-US" altLang="zh-CN" sz="36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632378" y="1386891"/>
              <a:ext cx="2464708" cy="554126"/>
            </a:xfrm>
            <a:prstGeom prst="rect">
              <a:avLst/>
            </a:prstGeom>
            <a:noFill/>
            <a:effectLst/>
          </p:spPr>
          <p:txBody>
            <a:bodyPr wrap="none" rtlCol="0">
              <a:normAutofit/>
            </a:bodyPr>
            <a:lstStyle/>
            <a:p>
              <a:pPr algn="l" defTabSz="685800">
                <a:defRPr/>
              </a:pPr>
              <a:r>
                <a:rPr lang="en-US" altLang="zh-C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Tổng</a:t>
              </a:r>
              <a:r>
                <a:rPr lang="en-US" altLang="zh-C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zh-C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quan</a:t>
              </a:r>
              <a:endParaRPr lang="zh-CN" altLang="en-US" sz="30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019800" y="2712613"/>
            <a:ext cx="5908814" cy="660507"/>
            <a:chOff x="5687905" y="2508175"/>
            <a:chExt cx="4884520" cy="660507"/>
          </a:xfrm>
        </p:grpSpPr>
        <p:sp>
          <p:nvSpPr>
            <p:cNvPr id="11" name="文本框 10"/>
            <p:cNvSpPr txBox="1"/>
            <p:nvPr/>
          </p:nvSpPr>
          <p:spPr>
            <a:xfrm>
              <a:off x="5687905" y="2523522"/>
              <a:ext cx="790602" cy="64516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algn="ctr"/>
              <a:r>
                <a:rPr lang="vi-VN" altLang="vi-VN" sz="36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02</a:t>
              </a:r>
              <a:endParaRPr lang="en-US" altLang="zh-CN" sz="36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29380" y="2508175"/>
              <a:ext cx="4043045" cy="548640"/>
            </a:xfrm>
            <a:prstGeom prst="rect">
              <a:avLst/>
            </a:prstGeom>
            <a:noFill/>
            <a:effectLst/>
          </p:spPr>
          <p:txBody>
            <a:bodyPr wrap="square" rtlCol="0">
              <a:normAutofit/>
            </a:bodyPr>
            <a:lstStyle/>
            <a:p>
              <a:pPr algn="l" defTabSz="685800">
                <a:defRPr/>
              </a:pP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Các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thuật</a:t>
              </a: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toán</a:t>
              </a: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học</a:t>
              </a: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máy</a:t>
              </a:r>
              <a:endParaRPr lang="zh-CN" altLang="en-US" sz="30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097267" y="3881874"/>
            <a:ext cx="4835387" cy="646331"/>
            <a:chOff x="5691912" y="3677211"/>
            <a:chExt cx="4835387" cy="646331"/>
          </a:xfrm>
        </p:grpSpPr>
        <p:sp>
          <p:nvSpPr>
            <p:cNvPr id="15" name="文本框 14"/>
            <p:cNvSpPr txBox="1"/>
            <p:nvPr/>
          </p:nvSpPr>
          <p:spPr>
            <a:xfrm>
              <a:off x="5691912" y="3677211"/>
              <a:ext cx="782587" cy="646331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vi-VN" altLang="vi-VN" sz="36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03</a:t>
              </a:r>
              <a:endParaRPr lang="en-US" altLang="zh-CN" sz="36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32379" y="3723377"/>
              <a:ext cx="3894919" cy="554126"/>
            </a:xfrm>
            <a:prstGeom prst="rect">
              <a:avLst/>
            </a:prstGeom>
            <a:noFill/>
            <a:effectLst/>
          </p:spPr>
          <p:txBody>
            <a:bodyPr wrap="none" rtlCol="0">
              <a:normAutofit/>
            </a:bodyPr>
            <a:lstStyle/>
            <a:p>
              <a:pPr algn="l" defTabSz="685800">
                <a:defRPr/>
              </a:pP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Triển</a:t>
              </a: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khai</a:t>
              </a: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hệ</a:t>
              </a: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thống</a:t>
              </a:r>
              <a:endParaRPr lang="zh-CN" altLang="en-US" sz="30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19931" y="5036834"/>
            <a:ext cx="4744069" cy="645160"/>
            <a:chOff x="5648866" y="4830901"/>
            <a:chExt cx="4744069" cy="645160"/>
          </a:xfrm>
        </p:grpSpPr>
        <p:sp>
          <p:nvSpPr>
            <p:cNvPr id="19" name="文本框 18"/>
            <p:cNvSpPr txBox="1"/>
            <p:nvPr/>
          </p:nvSpPr>
          <p:spPr>
            <a:xfrm>
              <a:off x="5648866" y="4830901"/>
              <a:ext cx="868680" cy="645160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vi-VN" altLang="vi-VN" sz="36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 04</a:t>
              </a:r>
              <a:endParaRPr lang="en-US" altLang="zh-CN" sz="36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632378" y="4877067"/>
              <a:ext cx="3760556" cy="554126"/>
            </a:xfrm>
            <a:prstGeom prst="rect">
              <a:avLst/>
            </a:prstGeom>
            <a:noFill/>
            <a:effectLst/>
          </p:spPr>
          <p:txBody>
            <a:bodyPr wrap="none" rtlCol="0">
              <a:normAutofit/>
            </a:bodyPr>
            <a:lstStyle/>
            <a:p>
              <a:pPr algn="l" defTabSz="685800">
                <a:defRPr/>
              </a:pP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Kết</a:t>
              </a:r>
              <a:r>
                <a:rPr lang="en-US" altLang="vi-VN" sz="3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3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quả</a:t>
              </a:r>
              <a:endParaRPr lang="zh-CN" altLang="en-US" sz="30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5836920" y="500840"/>
            <a:ext cx="3502659" cy="8229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vi-VN" altLang="vi-VN" sz="4800" b="1" dirty="0">
                <a:solidFill>
                  <a:srgbClr val="0FF3FF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Nội dung</a:t>
            </a:r>
            <a:endParaRPr kumimoji="0" lang="zh-CN" altLang="en-US" sz="4800" b="1" u="none" strike="noStrike" kern="1200" cap="none" spc="0" normalizeH="0" baseline="0" noProof="0" dirty="0">
              <a:ln>
                <a:noFill/>
              </a:ln>
              <a:solidFill>
                <a:srgbClr val="0FF3FF"/>
              </a:solidFill>
              <a:effectLst/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shred pattern="recta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569" y="0"/>
            <a:ext cx="13744938" cy="6872469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223419" y="2557485"/>
            <a:ext cx="6291581" cy="2783840"/>
            <a:chOff x="8206" y="1993"/>
            <a:chExt cx="9908" cy="4384"/>
          </a:xfrm>
        </p:grpSpPr>
        <p:sp>
          <p:nvSpPr>
            <p:cNvPr id="6" name="文本框 5"/>
            <p:cNvSpPr txBox="1"/>
            <p:nvPr/>
          </p:nvSpPr>
          <p:spPr>
            <a:xfrm>
              <a:off x="8638" y="1993"/>
              <a:ext cx="3062" cy="1598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vi-VN" altLang="vi-VN" dirty="0">
                  <a:latin typeface="Anton" pitchFamily="2" charset="0"/>
                  <a:ea typeface="Noto Sans"/>
                  <a:cs typeface="#9Slide03 Arima Madurai" panose="00000500000000000000" pitchFamily="2" charset="0"/>
                  <a:sym typeface="iekie jianheiti" panose="02000000000000000000" pitchFamily="2" charset="-128"/>
                </a:rPr>
                <a:t>01</a:t>
              </a:r>
              <a:endParaRPr lang="en-US" altLang="zh-CN" dirty="0">
                <a:latin typeface="Anton" pitchFamily="2" charset="0"/>
                <a:cs typeface="#9Slide03 Arima Madurai" panose="00000500000000000000" pitchFamily="2" charset="0"/>
                <a:sym typeface="iekie jianheiti" panose="02000000000000000000" pitchFamily="2" charset="-128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206" y="2094"/>
              <a:ext cx="9908" cy="1306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vi-VN" sz="48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Tổng</a:t>
              </a:r>
              <a:r>
                <a:rPr lang="en-US" altLang="vi-VN" sz="48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8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quan</a:t>
              </a:r>
              <a:endParaRPr lang="zh-CN" altLang="en-US" sz="4800" dirty="0">
                <a:solidFill>
                  <a:srgbClr val="0FF3FF"/>
                </a:solidFill>
                <a:latin typeface="Anton" pitchFamily="2" charset="0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169" y="3501"/>
              <a:ext cx="6647" cy="2876"/>
            </a:xfrm>
            <a:prstGeom prst="rect">
              <a:avLst/>
            </a:prstGeom>
            <a:noFill/>
          </p:spPr>
          <p:txBody>
            <a:bodyPr wrap="square">
              <a:normAutofit fontScale="40000" lnSpcReduction="20000"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pPr algn="l">
                <a:lnSpc>
                  <a:spcPct val="170000"/>
                </a:lnSpc>
              </a:pP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Đánh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giá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Sản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phẩm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: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Tầm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quan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trọng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và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vấn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đề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gian</a:t>
              </a:r>
              <a:r>
                <a:rPr lang="en-US" dirty="0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latin typeface="#9Slide03 Arima Madurai" panose="00000500000000000000" pitchFamily="2" charset="0"/>
                  <a:cs typeface="#9Slide03 Arima Madurai" panose="00000500000000000000" pitchFamily="2" charset="0"/>
                </a:rPr>
                <a:t>lận</a:t>
              </a:r>
              <a:endParaRPr lang="zh-CN" altLang="en-US" sz="1600" dirty="0">
                <a:solidFill>
                  <a:schemeClr val="bg1"/>
                </a:solidFill>
                <a:latin typeface="#9Slide03 Arima Madurai" panose="00000500000000000000" pitchFamily="2" charset="0"/>
                <a:cs typeface="#9Slide03 Arima Madurai" panose="00000500000000000000" pitchFamily="2" charset="0"/>
                <a:sym typeface="+mn-lt"/>
              </a:endParaRPr>
            </a:p>
          </p:txBody>
        </p:sp>
      </p:grp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<p:cNvSpPr txBox="1"/>
          <p:nvPr/>
        </p:nvSpPr>
        <p:spPr>
          <a:xfrm>
            <a:off x="3382547" y="527135"/>
            <a:ext cx="5606415" cy="114028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4800" dirty="0">
                <a:solidFill>
                  <a:schemeClr val="bg1"/>
                </a:solidFill>
                <a:latin typeface="Anton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01. </a:t>
            </a:r>
            <a:r>
              <a:rPr lang="en-US" altLang="vi-VN" sz="4800" dirty="0" err="1">
                <a:solidFill>
                  <a:schemeClr val="bg1"/>
                </a:solidFill>
                <a:latin typeface="Anton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Tổng</a:t>
            </a:r>
            <a:r>
              <a:rPr lang="en-US" altLang="vi-VN" sz="4800" dirty="0">
                <a:solidFill>
                  <a:schemeClr val="bg1"/>
                </a:solidFill>
                <a:latin typeface="Anton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4800" dirty="0" err="1">
                <a:solidFill>
                  <a:schemeClr val="bg1"/>
                </a:solidFill>
                <a:latin typeface="Anton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quan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nton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4688453" y="2876247"/>
            <a:ext cx="2726467" cy="353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Autofit/>
          </a:bodyPr>
          <a:lstStyle/>
          <a:p>
            <a:pPr>
              <a:lnSpc>
                <a:spcPct val="150000"/>
              </a:lnSpc>
            </a:pPr>
            <a:endParaRPr lang="en-US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Vấn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đề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: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Gian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lận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đánh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giá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ngày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càng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tinh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vi (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ước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tính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30%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đánh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giá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có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dấu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giả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mạo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).</a:t>
            </a:r>
            <a:endParaRPr lang="en-US" sz="12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523012" y="3428999"/>
            <a:ext cx="3045053" cy="518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Bối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cảnh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: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TMĐT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phát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triển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mạnh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mẽ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Đánh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giá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sản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phẩm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là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yếu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tố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then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chốt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(93%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người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dùng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dựa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vào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đánh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giá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tin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cậy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hơn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quảng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cáo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).</a:t>
            </a:r>
            <a:endParaRPr lang="en-US" sz="16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grpSp>
        <p:nvGrpSpPr>
          <p:cNvPr id="14" name="组合 10"/>
          <p:cNvGrpSpPr/>
          <p:nvPr/>
        </p:nvGrpSpPr>
        <p:grpSpPr>
          <a:xfrm>
            <a:off x="5902520" y="2130368"/>
            <a:ext cx="753110" cy="753110"/>
            <a:chOff x="0" y="0"/>
            <a:chExt cx="871174" cy="874617"/>
          </a:xfrm>
        </p:grpSpPr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0" y="0"/>
              <a:ext cx="871174" cy="874617"/>
            </a:xfrm>
            <a:prstGeom prst="ellipse">
              <a:avLst/>
            </a:prstGeom>
            <a:noFill/>
            <a:ln w="9525">
              <a:solidFill>
                <a:srgbClr val="6AE7FF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 hangingPunct="1"/>
              <a:endParaRPr lang="zh-CN" altLang="zh-CN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grpSp>
          <p:nvGrpSpPr>
            <p:cNvPr id="16" name="组合 12"/>
            <p:cNvGrpSpPr/>
            <p:nvPr/>
          </p:nvGrpSpPr>
          <p:grpSpPr>
            <a:xfrm>
              <a:off x="195874" y="184101"/>
              <a:ext cx="455613" cy="500063"/>
              <a:chOff x="0" y="0"/>
              <a:chExt cx="455613" cy="500063"/>
            </a:xfrm>
          </p:grpSpPr>
          <p:sp>
            <p:nvSpPr>
              <p:cNvPr id="17" name="Freeform 19">
                <a:hlinkClick r:id="rId2"/>
              </p:cNvPr>
              <p:cNvSpPr>
                <a:spLocks noChangeArrowheads="1"/>
              </p:cNvSpPr>
              <p:nvPr/>
            </p:nvSpPr>
            <p:spPr bwMode="auto">
              <a:xfrm>
                <a:off x="323850" y="95250"/>
                <a:ext cx="131763" cy="320675"/>
              </a:xfrm>
              <a:custGeom>
                <a:avLst/>
                <a:gdLst>
                  <a:gd name="T0" fmla="*/ 2147483647 w 83"/>
                  <a:gd name="T1" fmla="*/ 2147483647 h 202"/>
                  <a:gd name="T2" fmla="*/ 2147483647 w 83"/>
                  <a:gd name="T3" fmla="*/ 2147483647 h 202"/>
                  <a:gd name="T4" fmla="*/ 0 w 83"/>
                  <a:gd name="T5" fmla="*/ 2147483647 h 202"/>
                  <a:gd name="T6" fmla="*/ 0 w 83"/>
                  <a:gd name="T7" fmla="*/ 2147483647 h 202"/>
                  <a:gd name="T8" fmla="*/ 2147483647 w 83"/>
                  <a:gd name="T9" fmla="*/ 2147483647 h 202"/>
                  <a:gd name="T10" fmla="*/ 2147483647 w 83"/>
                  <a:gd name="T11" fmla="*/ 0 h 202"/>
                  <a:gd name="T12" fmla="*/ 2147483647 w 83"/>
                  <a:gd name="T13" fmla="*/ 2147483647 h 2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202"/>
                  <a:gd name="T23" fmla="*/ 83 w 83"/>
                  <a:gd name="T24" fmla="*/ 202 h 2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201">
                    <a:moveTo>
                      <a:pt x="71" y="38"/>
                    </a:moveTo>
                    <a:lnTo>
                      <a:pt x="42" y="9"/>
                    </a:lnTo>
                    <a:lnTo>
                      <a:pt x="0" y="52"/>
                    </a:lnTo>
                    <a:lnTo>
                      <a:pt x="0" y="202"/>
                    </a:lnTo>
                    <a:lnTo>
                      <a:pt x="83" y="202"/>
                    </a:lnTo>
                    <a:lnTo>
                      <a:pt x="83" y="0"/>
                    </a:lnTo>
                    <a:lnTo>
                      <a:pt x="71" y="38"/>
                    </a:lnTo>
                    <a:close/>
                  </a:path>
                </a:pathLst>
              </a:custGeom>
              <a:solidFill>
                <a:srgbClr val="6AE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18" name="Freeform 20">
                <a:hlinkClick r:id="rId2"/>
              </p:cNvPr>
              <p:cNvSpPr>
                <a:spLocks noChangeArrowheads="1"/>
              </p:cNvSpPr>
              <p:nvPr/>
            </p:nvSpPr>
            <p:spPr bwMode="auto">
              <a:xfrm>
                <a:off x="161925" y="204788"/>
                <a:ext cx="131763" cy="211138"/>
              </a:xfrm>
              <a:custGeom>
                <a:avLst/>
                <a:gdLst>
                  <a:gd name="T0" fmla="*/ 2147483647 w 35"/>
                  <a:gd name="T1" fmla="*/ 2147483647 h 56"/>
                  <a:gd name="T2" fmla="*/ 0 w 35"/>
                  <a:gd name="T3" fmla="*/ 2147483647 h 56"/>
                  <a:gd name="T4" fmla="*/ 0 w 35"/>
                  <a:gd name="T5" fmla="*/ 2147483647 h 56"/>
                  <a:gd name="T6" fmla="*/ 2147483647 w 35"/>
                  <a:gd name="T7" fmla="*/ 2147483647 h 56"/>
                  <a:gd name="T8" fmla="*/ 2147483647 w 35"/>
                  <a:gd name="T9" fmla="*/ 0 h 56"/>
                  <a:gd name="T10" fmla="*/ 2147483647 w 35"/>
                  <a:gd name="T11" fmla="*/ 2147483647 h 56"/>
                  <a:gd name="T12" fmla="*/ 2147483647 w 35"/>
                  <a:gd name="T13" fmla="*/ 2147483647 h 56"/>
                  <a:gd name="T14" fmla="*/ 2147483647 w 35"/>
                  <a:gd name="T15" fmla="*/ 2147483647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5"/>
                  <a:gd name="T25" fmla="*/ 0 h 56"/>
                  <a:gd name="T26" fmla="*/ 35 w 35"/>
                  <a:gd name="T27" fmla="*/ 56 h 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5" h="56">
                    <a:moveTo>
                      <a:pt x="11" y="9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35" y="56"/>
                      <a:pt x="35" y="56"/>
                      <a:pt x="35" y="5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4" y="10"/>
                      <a:pt x="21" y="11"/>
                      <a:pt x="17" y="11"/>
                    </a:cubicBezTo>
                    <a:cubicBezTo>
                      <a:pt x="15" y="11"/>
                      <a:pt x="13" y="11"/>
                      <a:pt x="11" y="9"/>
                    </a:cubicBezTo>
                    <a:close/>
                  </a:path>
                </a:pathLst>
              </a:custGeom>
              <a:solidFill>
                <a:srgbClr val="6AE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19" name="Freeform 21">
                <a:hlinkClick r:id="rId2"/>
              </p:cNvPr>
              <p:cNvSpPr>
                <a:spLocks noChangeArrowheads="1"/>
              </p:cNvSpPr>
              <p:nvPr/>
            </p:nvSpPr>
            <p:spPr bwMode="auto">
              <a:xfrm>
                <a:off x="0" y="174625"/>
                <a:ext cx="131763" cy="241300"/>
              </a:xfrm>
              <a:custGeom>
                <a:avLst/>
                <a:gdLst>
                  <a:gd name="T0" fmla="*/ 2147483647 w 83"/>
                  <a:gd name="T1" fmla="*/ 2147483647 h 152"/>
                  <a:gd name="T2" fmla="*/ 2147483647 w 83"/>
                  <a:gd name="T3" fmla="*/ 0 h 152"/>
                  <a:gd name="T4" fmla="*/ 0 w 83"/>
                  <a:gd name="T5" fmla="*/ 2147483647 h 152"/>
                  <a:gd name="T6" fmla="*/ 0 w 83"/>
                  <a:gd name="T7" fmla="*/ 2147483647 h 152"/>
                  <a:gd name="T8" fmla="*/ 2147483647 w 83"/>
                  <a:gd name="T9" fmla="*/ 2147483647 h 152"/>
                  <a:gd name="T10" fmla="*/ 2147483647 w 83"/>
                  <a:gd name="T11" fmla="*/ 2147483647 h 1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3"/>
                  <a:gd name="T19" fmla="*/ 0 h 152"/>
                  <a:gd name="T20" fmla="*/ 83 w 83"/>
                  <a:gd name="T21" fmla="*/ 152 h 1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3" h="152">
                    <a:moveTo>
                      <a:pt x="83" y="14"/>
                    </a:moveTo>
                    <a:lnTo>
                      <a:pt x="64" y="0"/>
                    </a:lnTo>
                    <a:lnTo>
                      <a:pt x="0" y="55"/>
                    </a:lnTo>
                    <a:lnTo>
                      <a:pt x="0" y="152"/>
                    </a:lnTo>
                    <a:lnTo>
                      <a:pt x="83" y="152"/>
                    </a:lnTo>
                    <a:lnTo>
                      <a:pt x="83" y="14"/>
                    </a:lnTo>
                    <a:close/>
                  </a:path>
                </a:pathLst>
              </a:custGeom>
              <a:solidFill>
                <a:srgbClr val="6AE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20" name="Rectangle 22">
                <a:hlinkClick r:id="rId2"/>
              </p:cNvPr>
              <p:cNvSpPr>
                <a:spLocks noChangeArrowheads="1"/>
              </p:cNvSpPr>
              <p:nvPr/>
            </p:nvSpPr>
            <p:spPr bwMode="auto">
              <a:xfrm>
                <a:off x="0" y="450850"/>
                <a:ext cx="455613" cy="49213"/>
              </a:xfrm>
              <a:prstGeom prst="rect">
                <a:avLst/>
              </a:prstGeom>
              <a:solidFill>
                <a:srgbClr val="6AE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zh-CN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21" name="Freeform 23">
                <a:hlinkClick r:id="rId2"/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50850" cy="223838"/>
              </a:xfrm>
              <a:custGeom>
                <a:avLst/>
                <a:gdLst>
                  <a:gd name="T0" fmla="*/ 2147483647 w 120"/>
                  <a:gd name="T1" fmla="*/ 2147483647 h 59"/>
                  <a:gd name="T2" fmla="*/ 2147483647 w 120"/>
                  <a:gd name="T3" fmla="*/ 2147483647 h 59"/>
                  <a:gd name="T4" fmla="*/ 2147483647 w 120"/>
                  <a:gd name="T5" fmla="*/ 2147483647 h 59"/>
                  <a:gd name="T6" fmla="*/ 2147483647 w 120"/>
                  <a:gd name="T7" fmla="*/ 2147483647 h 59"/>
                  <a:gd name="T8" fmla="*/ 2147483647 w 120"/>
                  <a:gd name="T9" fmla="*/ 2147483647 h 59"/>
                  <a:gd name="T10" fmla="*/ 2147483647 w 120"/>
                  <a:gd name="T11" fmla="*/ 2147483647 h 59"/>
                  <a:gd name="T12" fmla="*/ 2147483647 w 120"/>
                  <a:gd name="T13" fmla="*/ 2147483647 h 59"/>
                  <a:gd name="T14" fmla="*/ 2147483647 w 120"/>
                  <a:gd name="T15" fmla="*/ 0 h 59"/>
                  <a:gd name="T16" fmla="*/ 2147483647 w 120"/>
                  <a:gd name="T17" fmla="*/ 2147483647 h 59"/>
                  <a:gd name="T18" fmla="*/ 2147483647 w 120"/>
                  <a:gd name="T19" fmla="*/ 2147483647 h 59"/>
                  <a:gd name="T20" fmla="*/ 2147483647 w 120"/>
                  <a:gd name="T21" fmla="*/ 2147483647 h 59"/>
                  <a:gd name="T22" fmla="*/ 2147483647 w 120"/>
                  <a:gd name="T23" fmla="*/ 2147483647 h 59"/>
                  <a:gd name="T24" fmla="*/ 2147483647 w 120"/>
                  <a:gd name="T25" fmla="*/ 2147483647 h 59"/>
                  <a:gd name="T26" fmla="*/ 2147483647 w 120"/>
                  <a:gd name="T27" fmla="*/ 2147483647 h 59"/>
                  <a:gd name="T28" fmla="*/ 2147483647 w 120"/>
                  <a:gd name="T29" fmla="*/ 2147483647 h 59"/>
                  <a:gd name="T30" fmla="*/ 2147483647 w 120"/>
                  <a:gd name="T31" fmla="*/ 2147483647 h 5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20"/>
                  <a:gd name="T49" fmla="*/ 0 h 59"/>
                  <a:gd name="T50" fmla="*/ 120 w 120"/>
                  <a:gd name="T51" fmla="*/ 59 h 5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20" h="59">
                    <a:moveTo>
                      <a:pt x="9" y="53"/>
                    </a:moveTo>
                    <a:cubicBezTo>
                      <a:pt x="26" y="38"/>
                      <a:pt x="26" y="38"/>
                      <a:pt x="26" y="38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59" y="59"/>
                      <a:pt x="60" y="59"/>
                      <a:pt x="60" y="59"/>
                    </a:cubicBezTo>
                    <a:cubicBezTo>
                      <a:pt x="62" y="59"/>
                      <a:pt x="63" y="59"/>
                      <a:pt x="64" y="58"/>
                    </a:cubicBezTo>
                    <a:cubicBezTo>
                      <a:pt x="105" y="20"/>
                      <a:pt x="105" y="20"/>
                      <a:pt x="105" y="20"/>
                    </a:cubicBezTo>
                    <a:cubicBezTo>
                      <a:pt x="112" y="28"/>
                      <a:pt x="112" y="28"/>
                      <a:pt x="112" y="2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92" y="7"/>
                      <a:pt x="92" y="7"/>
                      <a:pt x="92" y="7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6" y="26"/>
                      <a:pt x="24" y="26"/>
                      <a:pt x="22" y="28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0" y="47"/>
                      <a:pt x="0" y="50"/>
                      <a:pt x="2" y="52"/>
                    </a:cubicBezTo>
                    <a:cubicBezTo>
                      <a:pt x="3" y="54"/>
                      <a:pt x="7" y="55"/>
                      <a:pt x="9" y="53"/>
                    </a:cubicBezTo>
                    <a:close/>
                  </a:path>
                </a:pathLst>
              </a:custGeom>
              <a:solidFill>
                <a:srgbClr val="6AE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</p:grpSp>
      </p:grpSp>
      <p:grpSp>
        <p:nvGrpSpPr>
          <p:cNvPr id="22" name="组合 18"/>
          <p:cNvGrpSpPr/>
          <p:nvPr/>
        </p:nvGrpSpPr>
        <p:grpSpPr>
          <a:xfrm>
            <a:off x="1536499" y="2130368"/>
            <a:ext cx="754380" cy="753110"/>
            <a:chOff x="0" y="0"/>
            <a:chExt cx="871174" cy="874617"/>
          </a:xfrm>
        </p:grpSpPr>
        <p:sp>
          <p:nvSpPr>
            <p:cNvPr id="23" name="Oval 9"/>
            <p:cNvSpPr>
              <a:spLocks noChangeArrowheads="1"/>
            </p:cNvSpPr>
            <p:nvPr/>
          </p:nvSpPr>
          <p:spPr bwMode="auto">
            <a:xfrm>
              <a:off x="0" y="0"/>
              <a:ext cx="871174" cy="874617"/>
            </a:xfrm>
            <a:prstGeom prst="ellipse">
              <a:avLst/>
            </a:prstGeom>
            <a:noFill/>
            <a:ln w="9525">
              <a:solidFill>
                <a:srgbClr val="6AE7FF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 hangingPunct="1"/>
              <a:endParaRPr lang="zh-CN" altLang="zh-CN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4" name="Freeform 24">
              <a:hlinkClick r:id="rId2"/>
            </p:cNvPr>
            <p:cNvSpPr>
              <a:spLocks noEditPoints="1" noChangeArrowheads="1"/>
            </p:cNvSpPr>
            <p:nvPr/>
          </p:nvSpPr>
          <p:spPr bwMode="auto">
            <a:xfrm>
              <a:off x="111555" y="267445"/>
              <a:ext cx="687388" cy="414338"/>
            </a:xfrm>
            <a:custGeom>
              <a:avLst/>
              <a:gdLst>
                <a:gd name="T0" fmla="*/ 2147483647 w 183"/>
                <a:gd name="T1" fmla="*/ 2147483647 h 110"/>
                <a:gd name="T2" fmla="*/ 2147483647 w 183"/>
                <a:gd name="T3" fmla="*/ 2147483647 h 110"/>
                <a:gd name="T4" fmla="*/ 2147483647 w 183"/>
                <a:gd name="T5" fmla="*/ 2147483647 h 110"/>
                <a:gd name="T6" fmla="*/ 2147483647 w 183"/>
                <a:gd name="T7" fmla="*/ 2147483647 h 110"/>
                <a:gd name="T8" fmla="*/ 2147483647 w 183"/>
                <a:gd name="T9" fmla="*/ 2147483647 h 110"/>
                <a:gd name="T10" fmla="*/ 2147483647 w 183"/>
                <a:gd name="T11" fmla="*/ 2147483647 h 110"/>
                <a:gd name="T12" fmla="*/ 2147483647 w 183"/>
                <a:gd name="T13" fmla="*/ 2147483647 h 110"/>
                <a:gd name="T14" fmla="*/ 2147483647 w 183"/>
                <a:gd name="T15" fmla="*/ 2147483647 h 110"/>
                <a:gd name="T16" fmla="*/ 2147483647 w 183"/>
                <a:gd name="T17" fmla="*/ 2147483647 h 110"/>
                <a:gd name="T18" fmla="*/ 2147483647 w 183"/>
                <a:gd name="T19" fmla="*/ 2147483647 h 110"/>
                <a:gd name="T20" fmla="*/ 2147483647 w 183"/>
                <a:gd name="T21" fmla="*/ 2147483647 h 110"/>
                <a:gd name="T22" fmla="*/ 2147483647 w 183"/>
                <a:gd name="T23" fmla="*/ 2147483647 h 110"/>
                <a:gd name="T24" fmla="*/ 2147483647 w 183"/>
                <a:gd name="T25" fmla="*/ 2147483647 h 110"/>
                <a:gd name="T26" fmla="*/ 2147483647 w 183"/>
                <a:gd name="T27" fmla="*/ 2147483647 h 110"/>
                <a:gd name="T28" fmla="*/ 2147483647 w 183"/>
                <a:gd name="T29" fmla="*/ 2147483647 h 110"/>
                <a:gd name="T30" fmla="*/ 2147483647 w 183"/>
                <a:gd name="T31" fmla="*/ 2147483647 h 110"/>
                <a:gd name="T32" fmla="*/ 2147483647 w 183"/>
                <a:gd name="T33" fmla="*/ 2147483647 h 110"/>
                <a:gd name="T34" fmla="*/ 2147483647 w 183"/>
                <a:gd name="T35" fmla="*/ 2147483647 h 110"/>
                <a:gd name="T36" fmla="*/ 2147483647 w 183"/>
                <a:gd name="T37" fmla="*/ 2147483647 h 110"/>
                <a:gd name="T38" fmla="*/ 2147483647 w 183"/>
                <a:gd name="T39" fmla="*/ 2147483647 h 110"/>
                <a:gd name="T40" fmla="*/ 2147483647 w 183"/>
                <a:gd name="T41" fmla="*/ 2147483647 h 110"/>
                <a:gd name="T42" fmla="*/ 2147483647 w 183"/>
                <a:gd name="T43" fmla="*/ 2147483647 h 110"/>
                <a:gd name="T44" fmla="*/ 2147483647 w 183"/>
                <a:gd name="T45" fmla="*/ 2147483647 h 110"/>
                <a:gd name="T46" fmla="*/ 2147483647 w 183"/>
                <a:gd name="T47" fmla="*/ 2147483647 h 110"/>
                <a:gd name="T48" fmla="*/ 2147483647 w 183"/>
                <a:gd name="T49" fmla="*/ 2147483647 h 110"/>
                <a:gd name="T50" fmla="*/ 2147483647 w 183"/>
                <a:gd name="T51" fmla="*/ 2147483647 h 110"/>
                <a:gd name="T52" fmla="*/ 2147483647 w 183"/>
                <a:gd name="T53" fmla="*/ 2147483647 h 110"/>
                <a:gd name="T54" fmla="*/ 2147483647 w 183"/>
                <a:gd name="T55" fmla="*/ 2147483647 h 110"/>
                <a:gd name="T56" fmla="*/ 2147483647 w 183"/>
                <a:gd name="T57" fmla="*/ 2147483647 h 110"/>
                <a:gd name="T58" fmla="*/ 2147483647 w 183"/>
                <a:gd name="T59" fmla="*/ 2147483647 h 110"/>
                <a:gd name="T60" fmla="*/ 2147483647 w 183"/>
                <a:gd name="T61" fmla="*/ 2147483647 h 110"/>
                <a:gd name="T62" fmla="*/ 2147483647 w 183"/>
                <a:gd name="T63" fmla="*/ 2147483647 h 110"/>
                <a:gd name="T64" fmla="*/ 2147483647 w 183"/>
                <a:gd name="T65" fmla="*/ 2147483647 h 110"/>
                <a:gd name="T66" fmla="*/ 2147483647 w 183"/>
                <a:gd name="T67" fmla="*/ 2147483647 h 110"/>
                <a:gd name="T68" fmla="*/ 2147483647 w 183"/>
                <a:gd name="T69" fmla="*/ 2147483647 h 110"/>
                <a:gd name="T70" fmla="*/ 2147483647 w 183"/>
                <a:gd name="T71" fmla="*/ 2147483647 h 110"/>
                <a:gd name="T72" fmla="*/ 2147483647 w 183"/>
                <a:gd name="T73" fmla="*/ 2147483647 h 110"/>
                <a:gd name="T74" fmla="*/ 2147483647 w 183"/>
                <a:gd name="T75" fmla="*/ 2147483647 h 110"/>
                <a:gd name="T76" fmla="*/ 2147483647 w 183"/>
                <a:gd name="T77" fmla="*/ 2147483647 h 110"/>
                <a:gd name="T78" fmla="*/ 2147483647 w 183"/>
                <a:gd name="T79" fmla="*/ 2147483647 h 110"/>
                <a:gd name="T80" fmla="*/ 2147483647 w 183"/>
                <a:gd name="T81" fmla="*/ 2147483647 h 110"/>
                <a:gd name="T82" fmla="*/ 2147483647 w 183"/>
                <a:gd name="T83" fmla="*/ 2147483647 h 110"/>
                <a:gd name="T84" fmla="*/ 2147483647 w 183"/>
                <a:gd name="T85" fmla="*/ 2147483647 h 1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83"/>
                <a:gd name="T130" fmla="*/ 0 h 110"/>
                <a:gd name="T131" fmla="*/ 183 w 183"/>
                <a:gd name="T132" fmla="*/ 110 h 1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83" h="110">
                  <a:moveTo>
                    <a:pt x="145" y="68"/>
                  </a:moveTo>
                  <a:cubicBezTo>
                    <a:pt x="146" y="67"/>
                    <a:pt x="146" y="66"/>
                    <a:pt x="147" y="65"/>
                  </a:cubicBezTo>
                  <a:cubicBezTo>
                    <a:pt x="151" y="73"/>
                    <a:pt x="151" y="73"/>
                    <a:pt x="151" y="73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6" y="18"/>
                    <a:pt x="126" y="18"/>
                    <a:pt x="126" y="18"/>
                  </a:cubicBezTo>
                  <a:cubicBezTo>
                    <a:pt x="121" y="17"/>
                    <a:pt x="121" y="17"/>
                    <a:pt x="121" y="17"/>
                  </a:cubicBezTo>
                  <a:cubicBezTo>
                    <a:pt x="121" y="17"/>
                    <a:pt x="121" y="17"/>
                    <a:pt x="121" y="17"/>
                  </a:cubicBezTo>
                  <a:cubicBezTo>
                    <a:pt x="121" y="17"/>
                    <a:pt x="120" y="17"/>
                    <a:pt x="120" y="17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6" y="16"/>
                    <a:pt x="115" y="16"/>
                    <a:pt x="115" y="16"/>
                  </a:cubicBezTo>
                  <a:cubicBezTo>
                    <a:pt x="106" y="14"/>
                    <a:pt x="91" y="13"/>
                    <a:pt x="81" y="20"/>
                  </a:cubicBezTo>
                  <a:cubicBezTo>
                    <a:pt x="80" y="20"/>
                    <a:pt x="79" y="21"/>
                    <a:pt x="78" y="22"/>
                  </a:cubicBezTo>
                  <a:cubicBezTo>
                    <a:pt x="75" y="20"/>
                    <a:pt x="72" y="19"/>
                    <a:pt x="69" y="20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7" y="68"/>
                    <a:pt x="39" y="70"/>
                    <a:pt x="41" y="72"/>
                  </a:cubicBezTo>
                  <a:cubicBezTo>
                    <a:pt x="40" y="74"/>
                    <a:pt x="39" y="76"/>
                    <a:pt x="39" y="79"/>
                  </a:cubicBezTo>
                  <a:cubicBezTo>
                    <a:pt x="40" y="83"/>
                    <a:pt x="44" y="87"/>
                    <a:pt x="49" y="87"/>
                  </a:cubicBezTo>
                  <a:cubicBezTo>
                    <a:pt x="49" y="87"/>
                    <a:pt x="49" y="87"/>
                    <a:pt x="50" y="87"/>
                  </a:cubicBezTo>
                  <a:cubicBezTo>
                    <a:pt x="51" y="86"/>
                    <a:pt x="51" y="86"/>
                    <a:pt x="52" y="86"/>
                  </a:cubicBezTo>
                  <a:cubicBezTo>
                    <a:pt x="52" y="87"/>
                    <a:pt x="52" y="87"/>
                    <a:pt x="52" y="88"/>
                  </a:cubicBezTo>
                  <a:cubicBezTo>
                    <a:pt x="53" y="92"/>
                    <a:pt x="57" y="96"/>
                    <a:pt x="61" y="96"/>
                  </a:cubicBezTo>
                  <a:cubicBezTo>
                    <a:pt x="62" y="96"/>
                    <a:pt x="62" y="96"/>
                    <a:pt x="63" y="96"/>
                  </a:cubicBezTo>
                  <a:cubicBezTo>
                    <a:pt x="63" y="96"/>
                    <a:pt x="64" y="95"/>
                    <a:pt x="65" y="95"/>
                  </a:cubicBezTo>
                  <a:cubicBezTo>
                    <a:pt x="65" y="96"/>
                    <a:pt x="65" y="96"/>
                    <a:pt x="65" y="97"/>
                  </a:cubicBezTo>
                  <a:cubicBezTo>
                    <a:pt x="66" y="101"/>
                    <a:pt x="69" y="105"/>
                    <a:pt x="74" y="105"/>
                  </a:cubicBezTo>
                  <a:cubicBezTo>
                    <a:pt x="74" y="105"/>
                    <a:pt x="75" y="105"/>
                    <a:pt x="75" y="105"/>
                  </a:cubicBezTo>
                  <a:cubicBezTo>
                    <a:pt x="78" y="104"/>
                    <a:pt x="80" y="103"/>
                    <a:pt x="82" y="100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8" y="110"/>
                    <a:pt x="102" y="109"/>
                    <a:pt x="104" y="106"/>
                  </a:cubicBezTo>
                  <a:cubicBezTo>
                    <a:pt x="106" y="103"/>
                    <a:pt x="105" y="99"/>
                    <a:pt x="102" y="97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102" y="97"/>
                    <a:pt x="103" y="96"/>
                    <a:pt x="104" y="96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1" y="101"/>
                    <a:pt x="113" y="101"/>
                    <a:pt x="114" y="101"/>
                  </a:cubicBezTo>
                  <a:cubicBezTo>
                    <a:pt x="116" y="101"/>
                    <a:pt x="118" y="100"/>
                    <a:pt x="119" y="98"/>
                  </a:cubicBezTo>
                  <a:cubicBezTo>
                    <a:pt x="120" y="96"/>
                    <a:pt x="121" y="94"/>
                    <a:pt x="120" y="93"/>
                  </a:cubicBezTo>
                  <a:cubicBezTo>
                    <a:pt x="120" y="91"/>
                    <a:pt x="119" y="89"/>
                    <a:pt x="117" y="89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116" y="87"/>
                    <a:pt x="117" y="87"/>
                    <a:pt x="117" y="86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124" y="91"/>
                    <a:pt x="125" y="91"/>
                    <a:pt x="127" y="91"/>
                  </a:cubicBezTo>
                  <a:cubicBezTo>
                    <a:pt x="129" y="91"/>
                    <a:pt x="131" y="90"/>
                    <a:pt x="132" y="88"/>
                  </a:cubicBezTo>
                  <a:cubicBezTo>
                    <a:pt x="134" y="85"/>
                    <a:pt x="133" y="81"/>
                    <a:pt x="130" y="79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5" y="79"/>
                    <a:pt x="135" y="79"/>
                    <a:pt x="135" y="79"/>
                  </a:cubicBezTo>
                  <a:cubicBezTo>
                    <a:pt x="136" y="80"/>
                    <a:pt x="137" y="80"/>
                    <a:pt x="138" y="80"/>
                  </a:cubicBezTo>
                  <a:cubicBezTo>
                    <a:pt x="140" y="80"/>
                    <a:pt x="143" y="79"/>
                    <a:pt x="144" y="77"/>
                  </a:cubicBezTo>
                  <a:cubicBezTo>
                    <a:pt x="145" y="75"/>
                    <a:pt x="145" y="72"/>
                    <a:pt x="143" y="70"/>
                  </a:cubicBezTo>
                  <a:cubicBezTo>
                    <a:pt x="144" y="69"/>
                    <a:pt x="144" y="69"/>
                    <a:pt x="144" y="69"/>
                  </a:cubicBezTo>
                  <a:lnTo>
                    <a:pt x="145" y="68"/>
                  </a:lnTo>
                  <a:close/>
                  <a:moveTo>
                    <a:pt x="29" y="6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51" y="17"/>
                    <a:pt x="51" y="17"/>
                    <a:pt x="51" y="17"/>
                  </a:cubicBezTo>
                  <a:lnTo>
                    <a:pt x="29" y="66"/>
                  </a:lnTo>
                  <a:close/>
                  <a:moveTo>
                    <a:pt x="153" y="7"/>
                  </a:moveTo>
                  <a:cubicBezTo>
                    <a:pt x="175" y="56"/>
                    <a:pt x="175" y="56"/>
                    <a:pt x="175" y="5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32" y="17"/>
                    <a:pt x="132" y="17"/>
                    <a:pt x="132" y="17"/>
                  </a:cubicBezTo>
                  <a:lnTo>
                    <a:pt x="153" y="7"/>
                  </a:lnTo>
                  <a:close/>
                  <a:moveTo>
                    <a:pt x="85" y="23"/>
                  </a:moveTo>
                  <a:cubicBezTo>
                    <a:pt x="86" y="23"/>
                    <a:pt x="87" y="23"/>
                    <a:pt x="87" y="23"/>
                  </a:cubicBezTo>
                  <a:cubicBezTo>
                    <a:pt x="88" y="22"/>
                    <a:pt x="89" y="22"/>
                    <a:pt x="89" y="22"/>
                  </a:cubicBezTo>
                  <a:cubicBezTo>
                    <a:pt x="90" y="22"/>
                    <a:pt x="91" y="21"/>
                    <a:pt x="91" y="21"/>
                  </a:cubicBezTo>
                  <a:cubicBezTo>
                    <a:pt x="92" y="21"/>
                    <a:pt x="93" y="21"/>
                    <a:pt x="94" y="21"/>
                  </a:cubicBezTo>
                  <a:cubicBezTo>
                    <a:pt x="95" y="21"/>
                    <a:pt x="95" y="21"/>
                    <a:pt x="96" y="21"/>
                  </a:cubicBezTo>
                  <a:cubicBezTo>
                    <a:pt x="97" y="21"/>
                    <a:pt x="98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5" y="20"/>
                    <a:pt x="110" y="21"/>
                    <a:pt x="114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6" y="22"/>
                    <a:pt x="118" y="22"/>
                    <a:pt x="119" y="23"/>
                  </a:cubicBezTo>
                  <a:cubicBezTo>
                    <a:pt x="129" y="25"/>
                    <a:pt x="129" y="25"/>
                    <a:pt x="129" y="25"/>
                  </a:cubicBezTo>
                  <a:cubicBezTo>
                    <a:pt x="129" y="25"/>
                    <a:pt x="129" y="25"/>
                    <a:pt x="129" y="25"/>
                  </a:cubicBezTo>
                  <a:cubicBezTo>
                    <a:pt x="144" y="59"/>
                    <a:pt x="144" y="59"/>
                    <a:pt x="144" y="59"/>
                  </a:cubicBezTo>
                  <a:cubicBezTo>
                    <a:pt x="143" y="61"/>
                    <a:pt x="142" y="63"/>
                    <a:pt x="140" y="64"/>
                  </a:cubicBezTo>
                  <a:cubicBezTo>
                    <a:pt x="140" y="65"/>
                    <a:pt x="140" y="65"/>
                    <a:pt x="140" y="65"/>
                  </a:cubicBezTo>
                  <a:cubicBezTo>
                    <a:pt x="139" y="65"/>
                    <a:pt x="139" y="66"/>
                    <a:pt x="138" y="6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8" y="42"/>
                    <a:pt x="98" y="41"/>
                    <a:pt x="97" y="41"/>
                  </a:cubicBezTo>
                  <a:cubicBezTo>
                    <a:pt x="96" y="41"/>
                    <a:pt x="95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0"/>
                    <a:pt x="91" y="40"/>
                    <a:pt x="91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89" y="40"/>
                    <a:pt x="89" y="40"/>
                    <a:pt x="88" y="40"/>
                  </a:cubicBezTo>
                  <a:cubicBezTo>
                    <a:pt x="88" y="40"/>
                    <a:pt x="88" y="40"/>
                    <a:pt x="87" y="40"/>
                  </a:cubicBezTo>
                  <a:cubicBezTo>
                    <a:pt x="86" y="40"/>
                    <a:pt x="84" y="40"/>
                    <a:pt x="83" y="40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2" y="41"/>
                    <a:pt x="82" y="41"/>
                    <a:pt x="81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0" y="42"/>
                    <a:pt x="80" y="42"/>
                    <a:pt x="79" y="42"/>
                  </a:cubicBezTo>
                  <a:cubicBezTo>
                    <a:pt x="79" y="42"/>
                    <a:pt x="78" y="43"/>
                    <a:pt x="77" y="43"/>
                  </a:cubicBezTo>
                  <a:cubicBezTo>
                    <a:pt x="71" y="46"/>
                    <a:pt x="66" y="46"/>
                    <a:pt x="63" y="45"/>
                  </a:cubicBezTo>
                  <a:cubicBezTo>
                    <a:pt x="62" y="44"/>
                    <a:pt x="62" y="44"/>
                    <a:pt x="61" y="44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1" y="43"/>
                    <a:pt x="61" y="43"/>
                    <a:pt x="60" y="43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58" y="35"/>
                    <a:pt x="61" y="34"/>
                  </a:cubicBezTo>
                  <a:cubicBezTo>
                    <a:pt x="63" y="34"/>
                    <a:pt x="73" y="31"/>
                    <a:pt x="82" y="25"/>
                  </a:cubicBezTo>
                  <a:cubicBezTo>
                    <a:pt x="83" y="24"/>
                    <a:pt x="84" y="24"/>
                    <a:pt x="85" y="23"/>
                  </a:cubicBezTo>
                  <a:close/>
                  <a:moveTo>
                    <a:pt x="49" y="82"/>
                  </a:moveTo>
                  <a:cubicBezTo>
                    <a:pt x="47" y="83"/>
                    <a:pt x="44" y="81"/>
                    <a:pt x="44" y="78"/>
                  </a:cubicBezTo>
                  <a:cubicBezTo>
                    <a:pt x="43" y="77"/>
                    <a:pt x="44" y="76"/>
                    <a:pt x="45" y="74"/>
                  </a:cubicBezTo>
                  <a:cubicBezTo>
                    <a:pt x="45" y="73"/>
                    <a:pt x="47" y="73"/>
                    <a:pt x="48" y="73"/>
                  </a:cubicBezTo>
                  <a:cubicBezTo>
                    <a:pt x="48" y="73"/>
                    <a:pt x="48" y="72"/>
                    <a:pt x="49" y="72"/>
                  </a:cubicBezTo>
                  <a:cubicBezTo>
                    <a:pt x="51" y="72"/>
                    <a:pt x="53" y="74"/>
                    <a:pt x="53" y="77"/>
                  </a:cubicBezTo>
                  <a:cubicBezTo>
                    <a:pt x="54" y="79"/>
                    <a:pt x="52" y="82"/>
                    <a:pt x="49" y="82"/>
                  </a:cubicBezTo>
                  <a:close/>
                  <a:moveTo>
                    <a:pt x="62" y="91"/>
                  </a:moveTo>
                  <a:cubicBezTo>
                    <a:pt x="59" y="92"/>
                    <a:pt x="57" y="90"/>
                    <a:pt x="56" y="87"/>
                  </a:cubicBezTo>
                  <a:cubicBezTo>
                    <a:pt x="56" y="86"/>
                    <a:pt x="57" y="85"/>
                    <a:pt x="57" y="84"/>
                  </a:cubicBezTo>
                  <a:cubicBezTo>
                    <a:pt x="58" y="82"/>
                    <a:pt x="59" y="82"/>
                    <a:pt x="61" y="82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64" y="82"/>
                    <a:pt x="66" y="83"/>
                    <a:pt x="66" y="86"/>
                  </a:cubicBezTo>
                  <a:cubicBezTo>
                    <a:pt x="67" y="89"/>
                    <a:pt x="65" y="91"/>
                    <a:pt x="62" y="91"/>
                  </a:cubicBezTo>
                  <a:close/>
                  <a:moveTo>
                    <a:pt x="75" y="100"/>
                  </a:moveTo>
                  <a:cubicBezTo>
                    <a:pt x="72" y="101"/>
                    <a:pt x="70" y="99"/>
                    <a:pt x="69" y="96"/>
                  </a:cubicBezTo>
                  <a:cubicBezTo>
                    <a:pt x="69" y="95"/>
                    <a:pt x="69" y="94"/>
                    <a:pt x="70" y="93"/>
                  </a:cubicBezTo>
                  <a:cubicBezTo>
                    <a:pt x="71" y="92"/>
                    <a:pt x="72" y="91"/>
                    <a:pt x="73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6" y="91"/>
                    <a:pt x="79" y="92"/>
                    <a:pt x="79" y="95"/>
                  </a:cubicBezTo>
                  <a:cubicBezTo>
                    <a:pt x="79" y="98"/>
                    <a:pt x="77" y="100"/>
                    <a:pt x="75" y="100"/>
                  </a:cubicBezTo>
                  <a:close/>
                </a:path>
              </a:pathLst>
            </a:custGeom>
            <a:solidFill>
              <a:srgbClr val="6AE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F63F60-8B2F-AA8D-F9B8-7FB63252DC37}"/>
              </a:ext>
            </a:extLst>
          </p:cNvPr>
          <p:cNvGrpSpPr/>
          <p:nvPr/>
        </p:nvGrpSpPr>
        <p:grpSpPr>
          <a:xfrm>
            <a:off x="9509961" y="2130368"/>
            <a:ext cx="768350" cy="753110"/>
            <a:chOff x="10120449" y="2225743"/>
            <a:chExt cx="768350" cy="753110"/>
          </a:xfrm>
        </p:grpSpPr>
        <p:sp>
          <p:nvSpPr>
            <p:cNvPr id="27" name="Oval 9"/>
            <p:cNvSpPr>
              <a:spLocks noChangeArrowheads="1"/>
            </p:cNvSpPr>
            <p:nvPr/>
          </p:nvSpPr>
          <p:spPr bwMode="auto">
            <a:xfrm>
              <a:off x="10120449" y="2225743"/>
              <a:ext cx="768350" cy="753110"/>
            </a:xfrm>
            <a:prstGeom prst="ellipse">
              <a:avLst/>
            </a:prstGeom>
            <a:noFill/>
            <a:ln w="9525">
              <a:solidFill>
                <a:srgbClr val="6AE7FF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 hangingPunct="1"/>
              <a:endParaRPr lang="zh-CN" altLang="zh-CN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8" name="statistics-on-laptop_82095">
              <a:extLst>
                <a:ext uri="{FF2B5EF4-FFF2-40B4-BE49-F238E27FC236}">
                  <a16:creationId xmlns:a16="http://schemas.microsoft.com/office/drawing/2014/main" id="{68E73C6E-4E93-CA38-7C69-075B53E31C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40846" y="2347313"/>
              <a:ext cx="527556" cy="426586"/>
            </a:xfrm>
            <a:custGeom>
              <a:avLst/>
              <a:gdLst>
                <a:gd name="connsiteX0" fmla="*/ 0 w 331788"/>
                <a:gd name="connsiteY0" fmla="*/ 255587 h 268287"/>
                <a:gd name="connsiteX1" fmla="*/ 331788 w 331788"/>
                <a:gd name="connsiteY1" fmla="*/ 255587 h 268287"/>
                <a:gd name="connsiteX2" fmla="*/ 331788 w 331788"/>
                <a:gd name="connsiteY2" fmla="*/ 268287 h 268287"/>
                <a:gd name="connsiteX3" fmla="*/ 0 w 331788"/>
                <a:gd name="connsiteY3" fmla="*/ 268287 h 268287"/>
                <a:gd name="connsiteX4" fmla="*/ 76201 w 331788"/>
                <a:gd name="connsiteY4" fmla="*/ 207962 h 268287"/>
                <a:gd name="connsiteX5" fmla="*/ 82551 w 331788"/>
                <a:gd name="connsiteY5" fmla="*/ 207962 h 268287"/>
                <a:gd name="connsiteX6" fmla="*/ 82551 w 331788"/>
                <a:gd name="connsiteY6" fmla="*/ 247650 h 268287"/>
                <a:gd name="connsiteX7" fmla="*/ 55563 w 331788"/>
                <a:gd name="connsiteY7" fmla="*/ 247650 h 268287"/>
                <a:gd name="connsiteX8" fmla="*/ 55563 w 331788"/>
                <a:gd name="connsiteY8" fmla="*/ 227012 h 268287"/>
                <a:gd name="connsiteX9" fmla="*/ 115888 w 331788"/>
                <a:gd name="connsiteY9" fmla="*/ 168275 h 268287"/>
                <a:gd name="connsiteX10" fmla="*/ 127168 w 331788"/>
                <a:gd name="connsiteY10" fmla="*/ 168275 h 268287"/>
                <a:gd name="connsiteX11" fmla="*/ 139701 w 331788"/>
                <a:gd name="connsiteY11" fmla="*/ 170835 h 268287"/>
                <a:gd name="connsiteX12" fmla="*/ 139701 w 331788"/>
                <a:gd name="connsiteY12" fmla="*/ 247650 h 268287"/>
                <a:gd name="connsiteX13" fmla="*/ 115888 w 331788"/>
                <a:gd name="connsiteY13" fmla="*/ 247650 h 268287"/>
                <a:gd name="connsiteX14" fmla="*/ 198438 w 331788"/>
                <a:gd name="connsiteY14" fmla="*/ 155575 h 268287"/>
                <a:gd name="connsiteX15" fmla="*/ 198438 w 331788"/>
                <a:gd name="connsiteY15" fmla="*/ 247650 h 268287"/>
                <a:gd name="connsiteX16" fmla="*/ 173038 w 331788"/>
                <a:gd name="connsiteY16" fmla="*/ 247650 h 268287"/>
                <a:gd name="connsiteX17" fmla="*/ 173038 w 331788"/>
                <a:gd name="connsiteY17" fmla="*/ 168363 h 268287"/>
                <a:gd name="connsiteX18" fmla="*/ 198438 w 331788"/>
                <a:gd name="connsiteY18" fmla="*/ 155575 h 268287"/>
                <a:gd name="connsiteX19" fmla="*/ 149226 w 331788"/>
                <a:gd name="connsiteY19" fmla="*/ 41376 h 268287"/>
                <a:gd name="connsiteX20" fmla="*/ 114947 w 331788"/>
                <a:gd name="connsiteY20" fmla="*/ 55968 h 268287"/>
                <a:gd name="connsiteX21" fmla="*/ 114947 w 331788"/>
                <a:gd name="connsiteY21" fmla="*/ 123418 h 268287"/>
                <a:gd name="connsiteX22" fmla="*/ 183504 w 331788"/>
                <a:gd name="connsiteY22" fmla="*/ 123418 h 268287"/>
                <a:gd name="connsiteX23" fmla="*/ 183504 w 331788"/>
                <a:gd name="connsiteY23" fmla="*/ 55968 h 268287"/>
                <a:gd name="connsiteX24" fmla="*/ 149226 w 331788"/>
                <a:gd name="connsiteY24" fmla="*/ 41376 h 268287"/>
                <a:gd name="connsiteX25" fmla="*/ 228600 w 331788"/>
                <a:gd name="connsiteY25" fmla="*/ 39687 h 268287"/>
                <a:gd name="connsiteX26" fmla="*/ 254000 w 331788"/>
                <a:gd name="connsiteY26" fmla="*/ 39687 h 268287"/>
                <a:gd name="connsiteX27" fmla="*/ 254000 w 331788"/>
                <a:gd name="connsiteY27" fmla="*/ 247650 h 268287"/>
                <a:gd name="connsiteX28" fmla="*/ 228600 w 331788"/>
                <a:gd name="connsiteY28" fmla="*/ 247650 h 268287"/>
                <a:gd name="connsiteX29" fmla="*/ 228600 w 331788"/>
                <a:gd name="connsiteY29" fmla="*/ 110730 h 268287"/>
                <a:gd name="connsiteX30" fmla="*/ 231140 w 331788"/>
                <a:gd name="connsiteY30" fmla="*/ 90063 h 268287"/>
                <a:gd name="connsiteX31" fmla="*/ 228600 w 331788"/>
                <a:gd name="connsiteY31" fmla="*/ 69396 h 268287"/>
                <a:gd name="connsiteX32" fmla="*/ 228600 w 331788"/>
                <a:gd name="connsiteY32" fmla="*/ 39687 h 268287"/>
                <a:gd name="connsiteX33" fmla="*/ 149707 w 331788"/>
                <a:gd name="connsiteY33" fmla="*/ 22312 h 268287"/>
                <a:gd name="connsiteX34" fmla="*/ 196764 w 331788"/>
                <a:gd name="connsiteY34" fmla="*/ 41623 h 268287"/>
                <a:gd name="connsiteX35" fmla="*/ 196764 w 331788"/>
                <a:gd name="connsiteY35" fmla="*/ 136893 h 268287"/>
                <a:gd name="connsiteX36" fmla="*/ 109096 w 331788"/>
                <a:gd name="connsiteY36" fmla="*/ 143330 h 268287"/>
                <a:gd name="connsiteX37" fmla="*/ 97492 w 331788"/>
                <a:gd name="connsiteY37" fmla="*/ 154917 h 268287"/>
                <a:gd name="connsiteX38" fmla="*/ 93625 w 331788"/>
                <a:gd name="connsiteY38" fmla="*/ 170366 h 268287"/>
                <a:gd name="connsiteX39" fmla="*/ 43344 w 331788"/>
                <a:gd name="connsiteY39" fmla="*/ 220576 h 268287"/>
                <a:gd name="connsiteX40" fmla="*/ 18848 w 331788"/>
                <a:gd name="connsiteY40" fmla="*/ 220576 h 268287"/>
                <a:gd name="connsiteX41" fmla="*/ 18848 w 331788"/>
                <a:gd name="connsiteY41" fmla="*/ 196115 h 268287"/>
                <a:gd name="connsiteX42" fmla="*/ 67840 w 331788"/>
                <a:gd name="connsiteY42" fmla="*/ 145905 h 268287"/>
                <a:gd name="connsiteX43" fmla="*/ 84600 w 331788"/>
                <a:gd name="connsiteY43" fmla="*/ 140755 h 268287"/>
                <a:gd name="connsiteX44" fmla="*/ 96203 w 331788"/>
                <a:gd name="connsiteY44" fmla="*/ 129168 h 268287"/>
                <a:gd name="connsiteX45" fmla="*/ 102649 w 331788"/>
                <a:gd name="connsiteY45" fmla="*/ 41623 h 268287"/>
                <a:gd name="connsiteX46" fmla="*/ 149707 w 331788"/>
                <a:gd name="connsiteY46" fmla="*/ 22312 h 268287"/>
                <a:gd name="connsiteX47" fmla="*/ 280988 w 331788"/>
                <a:gd name="connsiteY47" fmla="*/ 0 h 268287"/>
                <a:gd name="connsiteX48" fmla="*/ 306388 w 331788"/>
                <a:gd name="connsiteY48" fmla="*/ 0 h 268287"/>
                <a:gd name="connsiteX49" fmla="*/ 306388 w 331788"/>
                <a:gd name="connsiteY49" fmla="*/ 247650 h 268287"/>
                <a:gd name="connsiteX50" fmla="*/ 280988 w 331788"/>
                <a:gd name="connsiteY50" fmla="*/ 247650 h 26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31788" h="268287">
                  <a:moveTo>
                    <a:pt x="0" y="255587"/>
                  </a:moveTo>
                  <a:lnTo>
                    <a:pt x="331788" y="255587"/>
                  </a:lnTo>
                  <a:lnTo>
                    <a:pt x="331788" y="268287"/>
                  </a:lnTo>
                  <a:lnTo>
                    <a:pt x="0" y="268287"/>
                  </a:lnTo>
                  <a:close/>
                  <a:moveTo>
                    <a:pt x="76201" y="207962"/>
                  </a:moveTo>
                  <a:lnTo>
                    <a:pt x="82551" y="207962"/>
                  </a:lnTo>
                  <a:lnTo>
                    <a:pt x="82551" y="247650"/>
                  </a:lnTo>
                  <a:lnTo>
                    <a:pt x="55563" y="247650"/>
                  </a:lnTo>
                  <a:lnTo>
                    <a:pt x="55563" y="227012"/>
                  </a:lnTo>
                  <a:close/>
                  <a:moveTo>
                    <a:pt x="115888" y="168275"/>
                  </a:moveTo>
                  <a:cubicBezTo>
                    <a:pt x="115888" y="168275"/>
                    <a:pt x="115888" y="168275"/>
                    <a:pt x="127168" y="168275"/>
                  </a:cubicBezTo>
                  <a:cubicBezTo>
                    <a:pt x="130928" y="169555"/>
                    <a:pt x="135941" y="170835"/>
                    <a:pt x="139701" y="170835"/>
                  </a:cubicBezTo>
                  <a:cubicBezTo>
                    <a:pt x="139701" y="170835"/>
                    <a:pt x="139701" y="170835"/>
                    <a:pt x="139701" y="247650"/>
                  </a:cubicBezTo>
                  <a:cubicBezTo>
                    <a:pt x="139701" y="247650"/>
                    <a:pt x="139701" y="247650"/>
                    <a:pt x="115888" y="247650"/>
                  </a:cubicBezTo>
                  <a:close/>
                  <a:moveTo>
                    <a:pt x="198438" y="155575"/>
                  </a:moveTo>
                  <a:cubicBezTo>
                    <a:pt x="198438" y="155575"/>
                    <a:pt x="198438" y="155575"/>
                    <a:pt x="198438" y="247650"/>
                  </a:cubicBezTo>
                  <a:cubicBezTo>
                    <a:pt x="198438" y="247650"/>
                    <a:pt x="198438" y="247650"/>
                    <a:pt x="173038" y="247650"/>
                  </a:cubicBezTo>
                  <a:lnTo>
                    <a:pt x="173038" y="168363"/>
                  </a:lnTo>
                  <a:cubicBezTo>
                    <a:pt x="181928" y="165805"/>
                    <a:pt x="190818" y="161969"/>
                    <a:pt x="198438" y="155575"/>
                  </a:cubicBezTo>
                  <a:close/>
                  <a:moveTo>
                    <a:pt x="149226" y="41376"/>
                  </a:moveTo>
                  <a:cubicBezTo>
                    <a:pt x="136937" y="41376"/>
                    <a:pt x="124649" y="46240"/>
                    <a:pt x="114947" y="55968"/>
                  </a:cubicBezTo>
                  <a:cubicBezTo>
                    <a:pt x="96838" y="74128"/>
                    <a:pt x="96838" y="105259"/>
                    <a:pt x="114947" y="123418"/>
                  </a:cubicBezTo>
                  <a:cubicBezTo>
                    <a:pt x="134350" y="142875"/>
                    <a:pt x="164101" y="142875"/>
                    <a:pt x="183504" y="123418"/>
                  </a:cubicBezTo>
                  <a:cubicBezTo>
                    <a:pt x="201613" y="105259"/>
                    <a:pt x="201613" y="74128"/>
                    <a:pt x="183504" y="55968"/>
                  </a:cubicBezTo>
                  <a:cubicBezTo>
                    <a:pt x="173803" y="46240"/>
                    <a:pt x="161514" y="41376"/>
                    <a:pt x="149226" y="41376"/>
                  </a:cubicBezTo>
                  <a:close/>
                  <a:moveTo>
                    <a:pt x="228600" y="39687"/>
                  </a:moveTo>
                  <a:cubicBezTo>
                    <a:pt x="228600" y="39687"/>
                    <a:pt x="228600" y="39687"/>
                    <a:pt x="254000" y="39687"/>
                  </a:cubicBezTo>
                  <a:lnTo>
                    <a:pt x="254000" y="247650"/>
                  </a:lnTo>
                  <a:cubicBezTo>
                    <a:pt x="254000" y="247650"/>
                    <a:pt x="254000" y="247650"/>
                    <a:pt x="228600" y="247650"/>
                  </a:cubicBezTo>
                  <a:cubicBezTo>
                    <a:pt x="228600" y="247650"/>
                    <a:pt x="228600" y="247650"/>
                    <a:pt x="228600" y="110730"/>
                  </a:cubicBezTo>
                  <a:cubicBezTo>
                    <a:pt x="231140" y="104272"/>
                    <a:pt x="231140" y="96521"/>
                    <a:pt x="231140" y="90063"/>
                  </a:cubicBezTo>
                  <a:cubicBezTo>
                    <a:pt x="231140" y="83604"/>
                    <a:pt x="231140" y="75854"/>
                    <a:pt x="228600" y="69396"/>
                  </a:cubicBezTo>
                  <a:cubicBezTo>
                    <a:pt x="228600" y="69396"/>
                    <a:pt x="228600" y="69396"/>
                    <a:pt x="228600" y="39687"/>
                  </a:cubicBezTo>
                  <a:close/>
                  <a:moveTo>
                    <a:pt x="149707" y="22312"/>
                  </a:moveTo>
                  <a:cubicBezTo>
                    <a:pt x="166789" y="22312"/>
                    <a:pt x="183872" y="28749"/>
                    <a:pt x="196764" y="41623"/>
                  </a:cubicBezTo>
                  <a:cubicBezTo>
                    <a:pt x="223838" y="68659"/>
                    <a:pt x="223838" y="111144"/>
                    <a:pt x="196764" y="136893"/>
                  </a:cubicBezTo>
                  <a:cubicBezTo>
                    <a:pt x="173558" y="161354"/>
                    <a:pt x="136170" y="162641"/>
                    <a:pt x="109096" y="143330"/>
                  </a:cubicBezTo>
                  <a:cubicBezTo>
                    <a:pt x="109096" y="143330"/>
                    <a:pt x="109096" y="143330"/>
                    <a:pt x="97492" y="154917"/>
                  </a:cubicBezTo>
                  <a:cubicBezTo>
                    <a:pt x="98782" y="160067"/>
                    <a:pt x="97492" y="166504"/>
                    <a:pt x="93625" y="170366"/>
                  </a:cubicBezTo>
                  <a:cubicBezTo>
                    <a:pt x="93625" y="170366"/>
                    <a:pt x="93625" y="170366"/>
                    <a:pt x="43344" y="220576"/>
                  </a:cubicBezTo>
                  <a:cubicBezTo>
                    <a:pt x="35608" y="227013"/>
                    <a:pt x="25295" y="227013"/>
                    <a:pt x="18848" y="220576"/>
                  </a:cubicBezTo>
                  <a:cubicBezTo>
                    <a:pt x="11113" y="214139"/>
                    <a:pt x="11113" y="202552"/>
                    <a:pt x="18848" y="196115"/>
                  </a:cubicBezTo>
                  <a:cubicBezTo>
                    <a:pt x="18848" y="196115"/>
                    <a:pt x="18848" y="196115"/>
                    <a:pt x="67840" y="145905"/>
                  </a:cubicBezTo>
                  <a:cubicBezTo>
                    <a:pt x="72997" y="142043"/>
                    <a:pt x="78154" y="140755"/>
                    <a:pt x="84600" y="140755"/>
                  </a:cubicBezTo>
                  <a:cubicBezTo>
                    <a:pt x="84600" y="140755"/>
                    <a:pt x="84600" y="140755"/>
                    <a:pt x="96203" y="129168"/>
                  </a:cubicBezTo>
                  <a:cubicBezTo>
                    <a:pt x="75575" y="103420"/>
                    <a:pt x="78154" y="66084"/>
                    <a:pt x="102649" y="41623"/>
                  </a:cubicBezTo>
                  <a:cubicBezTo>
                    <a:pt x="115542" y="28749"/>
                    <a:pt x="132624" y="22312"/>
                    <a:pt x="149707" y="22312"/>
                  </a:cubicBezTo>
                  <a:close/>
                  <a:moveTo>
                    <a:pt x="280988" y="0"/>
                  </a:moveTo>
                  <a:lnTo>
                    <a:pt x="306388" y="0"/>
                  </a:lnTo>
                  <a:lnTo>
                    <a:pt x="306388" y="247650"/>
                  </a:lnTo>
                  <a:lnTo>
                    <a:pt x="280988" y="247650"/>
                  </a:lnTo>
                  <a:close/>
                </a:path>
              </a:pathLst>
            </a:custGeom>
            <a:solidFill>
              <a:srgbClr val="0FF3FF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33" name="矩形 4">
            <a:extLst>
              <a:ext uri="{FF2B5EF4-FFF2-40B4-BE49-F238E27FC236}">
                <a16:creationId xmlns:a16="http://schemas.microsoft.com/office/drawing/2014/main" id="{745F1407-7440-C599-1E3A-3C354E970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7212" y="2883478"/>
            <a:ext cx="2863391" cy="33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Autofit/>
          </a:bodyPr>
          <a:lstStyle/>
          <a:p>
            <a:pPr>
              <a:lnSpc>
                <a:spcPct val="150000"/>
              </a:lnSpc>
            </a:pPr>
            <a:endParaRPr lang="en-US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Mục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tiêu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: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Xây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dựng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hệ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thống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phát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hiện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gian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lận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tự</a:t>
            </a:r>
            <a:r>
              <a:rPr lang="en-US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để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bảo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vệ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người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dùng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uy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tín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doanh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nghiệp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</p:txBody>
      </p:sp>
      <p:pic>
        <p:nvPicPr>
          <p:cNvPr id="2" name="图片 3">
            <a:extLst>
              <a:ext uri="{FF2B5EF4-FFF2-40B4-BE49-F238E27FC236}">
                <a16:creationId xmlns:a16="http://schemas.microsoft.com/office/drawing/2014/main" id="{008779EC-7F78-B866-39F5-5C85239855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907" y="4847091"/>
            <a:ext cx="4021818" cy="20109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4631055" y="2201255"/>
            <a:ext cx="2928938" cy="3003946"/>
            <a:chOff x="4000500" y="1714501"/>
            <a:chExt cx="3905250" cy="4005262"/>
          </a:xfrm>
        </p:grpSpPr>
        <p:grpSp>
          <p:nvGrpSpPr>
            <p:cNvPr id="35" name="组合 4"/>
            <p:cNvGrpSpPr/>
            <p:nvPr/>
          </p:nvGrpSpPr>
          <p:grpSpPr>
            <a:xfrm>
              <a:off x="4000500" y="1714501"/>
              <a:ext cx="3905250" cy="4005262"/>
              <a:chOff x="857223" y="954921"/>
              <a:chExt cx="3357586" cy="3406891"/>
            </a:xfrm>
          </p:grpSpPr>
          <p:sp>
            <p:nvSpPr>
              <p:cNvPr id="39" name="椭圆 38"/>
              <p:cNvSpPr/>
              <p:nvPr/>
            </p:nvSpPr>
            <p:spPr>
              <a:xfrm rot="1906325">
                <a:off x="2063771" y="954921"/>
                <a:ext cx="1029114" cy="3356929"/>
              </a:xfrm>
              <a:prstGeom prst="ellipse">
                <a:avLst/>
              </a:prstGeom>
              <a:noFill/>
              <a:ln w="9525">
                <a:solidFill>
                  <a:srgbClr val="6AE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eaLnBrk="1" fontAlgn="auto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 rot="19526860">
                <a:off x="2108811" y="1004883"/>
                <a:ext cx="1030478" cy="3356929"/>
              </a:xfrm>
              <a:prstGeom prst="ellipse">
                <a:avLst/>
              </a:prstGeom>
              <a:noFill/>
              <a:ln w="9525">
                <a:solidFill>
                  <a:srgbClr val="6AE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eaLnBrk="1" fontAlgn="auto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 rot="16200000">
                <a:off x="2035717" y="964719"/>
                <a:ext cx="1000598" cy="3357586"/>
              </a:xfrm>
              <a:prstGeom prst="ellipse">
                <a:avLst/>
              </a:prstGeom>
              <a:noFill/>
              <a:ln w="9525">
                <a:solidFill>
                  <a:srgbClr val="6AE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eaLnBrk="1" fontAlgn="auto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</p:grpSp>
        <p:sp>
          <p:nvSpPr>
            <p:cNvPr id="36" name="椭圆 35"/>
            <p:cNvSpPr/>
            <p:nvPr/>
          </p:nvSpPr>
          <p:spPr>
            <a:xfrm>
              <a:off x="6978325" y="1884741"/>
              <a:ext cx="190500" cy="190500"/>
            </a:xfrm>
            <a:prstGeom prst="ellipse">
              <a:avLst/>
            </a:prstGeom>
            <a:solidFill>
              <a:srgbClr val="6A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7143750" y="4762500"/>
              <a:ext cx="190500" cy="190500"/>
            </a:xfrm>
            <a:prstGeom prst="ellipse">
              <a:avLst/>
            </a:prstGeom>
            <a:solidFill>
              <a:srgbClr val="6A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8" name="椭圆 35">
              <a:extLst>
                <a:ext uri="{FF2B5EF4-FFF2-40B4-BE49-F238E27FC236}">
                  <a16:creationId xmlns:a16="http://schemas.microsoft.com/office/drawing/2014/main" id="{3699EDDE-A3F1-A1DF-964F-6961809E0FA5}"/>
                </a:ext>
              </a:extLst>
            </p:cNvPr>
            <p:cNvSpPr/>
            <p:nvPr/>
          </p:nvSpPr>
          <p:spPr>
            <a:xfrm>
              <a:off x="4727691" y="2087941"/>
              <a:ext cx="190500" cy="190500"/>
            </a:xfrm>
            <a:prstGeom prst="ellipse">
              <a:avLst/>
            </a:prstGeom>
            <a:solidFill>
              <a:srgbClr val="6A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58" name="椭圆 35">
              <a:extLst>
                <a:ext uri="{FF2B5EF4-FFF2-40B4-BE49-F238E27FC236}">
                  <a16:creationId xmlns:a16="http://schemas.microsoft.com/office/drawing/2014/main" id="{9D5A73D8-06C0-84BE-D92B-E858B181719A}"/>
                </a:ext>
              </a:extLst>
            </p:cNvPr>
            <p:cNvSpPr/>
            <p:nvPr/>
          </p:nvSpPr>
          <p:spPr>
            <a:xfrm>
              <a:off x="4807427" y="5238826"/>
              <a:ext cx="190500" cy="190500"/>
            </a:xfrm>
            <a:prstGeom prst="ellipse">
              <a:avLst/>
            </a:prstGeom>
            <a:solidFill>
              <a:srgbClr val="6A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393819" y="4824628"/>
            <a:ext cx="3854065" cy="1172192"/>
            <a:chOff x="6840834" y="1284549"/>
            <a:chExt cx="5138744" cy="1562923"/>
          </a:xfrm>
        </p:grpSpPr>
        <p:sp>
          <p:nvSpPr>
            <p:cNvPr id="49" name="矩形 16"/>
            <p:cNvSpPr>
              <a:spLocks noChangeArrowheads="1"/>
            </p:cNvSpPr>
            <p:nvPr/>
          </p:nvSpPr>
          <p:spPr bwMode="auto">
            <a:xfrm>
              <a:off x="6840834" y="2044652"/>
              <a:ext cx="4586179" cy="802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 fontScale="77500" lnSpcReduction="20000"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Thu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thập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từ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Yelp,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đã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được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gán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nhãn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tiền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xử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lý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để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phù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hợp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cho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học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máy</a:t>
              </a:r>
              <a:endParaRPr lang="zh-CN" altLang="en-US" sz="1600" dirty="0">
                <a:solidFill>
                  <a:srgbClr val="0FF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50" name="矩形 9"/>
            <p:cNvSpPr>
              <a:spLocks noChangeArrowheads="1"/>
            </p:cNvSpPr>
            <p:nvPr/>
          </p:nvSpPr>
          <p:spPr bwMode="auto">
            <a:xfrm>
              <a:off x="6991570" y="1383981"/>
              <a:ext cx="4586179" cy="708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/>
            <a:p>
              <a:r>
                <a:rPr lang="en-US" sz="2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Bộ</a:t>
              </a:r>
              <a:r>
                <a:rPr lang="en-US" sz="2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2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dữ</a:t>
              </a:r>
              <a:r>
                <a:rPr lang="en-US" sz="2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20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liệu</a:t>
              </a:r>
              <a:endParaRPr lang="zh-CN" altLang="en-US" sz="2000" b="1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grpSp>
          <p:nvGrpSpPr>
            <p:cNvPr id="51" name="组合 16"/>
            <p:cNvGrpSpPr/>
            <p:nvPr/>
          </p:nvGrpSpPr>
          <p:grpSpPr>
            <a:xfrm>
              <a:off x="11485257" y="1284549"/>
              <a:ext cx="494321" cy="428625"/>
              <a:chOff x="6542276" y="677649"/>
              <a:chExt cx="370744" cy="321471"/>
            </a:xfrm>
          </p:grpSpPr>
          <p:sp>
            <p:nvSpPr>
              <p:cNvPr id="52" name="等腰三角形 51"/>
              <p:cNvSpPr/>
              <p:nvPr/>
            </p:nvSpPr>
            <p:spPr>
              <a:xfrm rot="16200000">
                <a:off x="6609408" y="695509"/>
                <a:ext cx="321471" cy="285752"/>
              </a:xfrm>
              <a:prstGeom prst="triangle">
                <a:avLst/>
              </a:prstGeom>
              <a:solidFill>
                <a:srgbClr val="6AE7F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eaLnBrk="1" fontAlgn="auto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>
                <a:off x="6524417" y="731228"/>
                <a:ext cx="250033" cy="214315"/>
              </a:xfrm>
              <a:prstGeom prst="triangle">
                <a:avLst/>
              </a:prstGeom>
              <a:solidFill>
                <a:srgbClr val="6AE7F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eaLnBrk="1" fontAlgn="auto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</p:grpSp>
      </p:grpSp>
      <p:sp>
        <p:nvSpPr>
          <p:cNvPr id="9" name="文本框 8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<p:cNvSpPr txBox="1"/>
          <p:nvPr/>
        </p:nvSpPr>
        <p:spPr>
          <a:xfrm>
            <a:off x="3458705" y="403532"/>
            <a:ext cx="5737877" cy="105924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01. TỔNG QUAN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FF3FF"/>
              </a:solidFill>
              <a:effectLst/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27BB455-4F8B-0138-B810-D3EA972AAD2B}"/>
              </a:ext>
            </a:extLst>
          </p:cNvPr>
          <p:cNvGrpSpPr/>
          <p:nvPr/>
        </p:nvGrpSpPr>
        <p:grpSpPr>
          <a:xfrm>
            <a:off x="7386639" y="4361437"/>
            <a:ext cx="4527992" cy="2085353"/>
            <a:chOff x="7386639" y="4361437"/>
            <a:chExt cx="4527992" cy="2085353"/>
          </a:xfrm>
        </p:grpSpPr>
        <p:grpSp>
          <p:nvGrpSpPr>
            <p:cNvPr id="18" name="组合 17"/>
            <p:cNvGrpSpPr/>
            <p:nvPr/>
          </p:nvGrpSpPr>
          <p:grpSpPr>
            <a:xfrm>
              <a:off x="7386639" y="4361437"/>
              <a:ext cx="3914963" cy="674496"/>
              <a:chOff x="6762750" y="1067141"/>
              <a:chExt cx="5219949" cy="899327"/>
            </a:xfrm>
          </p:grpSpPr>
          <p:sp>
            <p:nvSpPr>
              <p:cNvPr id="20" name="矩形 9"/>
              <p:cNvSpPr>
                <a:spLocks noChangeArrowheads="1"/>
              </p:cNvSpPr>
              <p:nvPr/>
            </p:nvSpPr>
            <p:spPr bwMode="auto">
              <a:xfrm>
                <a:off x="7457488" y="1067141"/>
                <a:ext cx="4525211" cy="899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/>
              </a:bodyPr>
              <a:lstStyle/>
              <a:p>
                <a:r>
                  <a:rPr lang="en-US" sz="2000" b="1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Phạm vi </a:t>
                </a:r>
                <a:r>
                  <a:rPr lang="en-US" sz="2000" b="1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nghiên</a:t>
                </a:r>
                <a:r>
                  <a:rPr lang="en-US" sz="2000" b="1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2000" b="1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cứu</a:t>
                </a:r>
                <a:endParaRPr lang="zh-CN" altLang="en-US" sz="2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grpSp>
            <p:nvGrpSpPr>
              <p:cNvPr id="21" name="组合 16"/>
              <p:cNvGrpSpPr/>
              <p:nvPr/>
            </p:nvGrpSpPr>
            <p:grpSpPr>
              <a:xfrm>
                <a:off x="6762750" y="1238250"/>
                <a:ext cx="571500" cy="428625"/>
                <a:chOff x="3000364" y="642924"/>
                <a:chExt cx="428628" cy="321471"/>
              </a:xfrm>
            </p:grpSpPr>
            <p:sp>
              <p:nvSpPr>
                <p:cNvPr id="22" name="等腰三角形 21"/>
                <p:cNvSpPr/>
                <p:nvPr/>
              </p:nvSpPr>
              <p:spPr>
                <a:xfrm rot="5400000">
                  <a:off x="3125380" y="660784"/>
                  <a:ext cx="321471" cy="285752"/>
                </a:xfrm>
                <a:prstGeom prst="triangle">
                  <a:avLst/>
                </a:prstGeom>
                <a:solidFill>
                  <a:srgbClr val="6AE7FF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eaLnBrk="1" fontAlgn="auto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400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字魂70号-灵悦黑体" panose="00000500000000000000" pitchFamily="2" charset="-122"/>
                    <a:cs typeface="#9Slide03 Arima Madurai" panose="00000500000000000000" pitchFamily="2" charset="0"/>
                    <a:sym typeface="+mn-lt"/>
                  </a:endParaRPr>
                </a:p>
              </p:txBody>
            </p:sp>
            <p:sp>
              <p:nvSpPr>
                <p:cNvPr id="23" name="等腰三角形 22"/>
                <p:cNvSpPr/>
                <p:nvPr/>
              </p:nvSpPr>
              <p:spPr>
                <a:xfrm rot="5400000">
                  <a:off x="2982504" y="696503"/>
                  <a:ext cx="250033" cy="214314"/>
                </a:xfrm>
                <a:prstGeom prst="triangle">
                  <a:avLst/>
                </a:prstGeom>
                <a:solidFill>
                  <a:srgbClr val="6AE7FF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eaLnBrk="1" fontAlgn="auto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400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字魂70号-灵悦黑体" panose="00000500000000000000" pitchFamily="2" charset="-122"/>
                    <a:cs typeface="#9Slide03 Arima Madurai" panose="00000500000000000000" pitchFamily="2" charset="0"/>
                    <a:sym typeface="+mn-lt"/>
                  </a:endParaRPr>
                </a:p>
              </p:txBody>
            </p:sp>
          </p:grp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645099-5693-0F35-409D-C2AA89C5BE44}"/>
                </a:ext>
              </a:extLst>
            </p:cNvPr>
            <p:cNvSpPr txBox="1"/>
            <p:nvPr/>
          </p:nvSpPr>
          <p:spPr>
            <a:xfrm>
              <a:off x="7425904" y="4907907"/>
              <a:ext cx="4488727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Chỉ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tập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trung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vào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tích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phát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hiện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gian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lận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trong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nội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dung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đánh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giá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sản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phẩm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 Không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xét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đến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hành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vi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người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dùng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DL phi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văn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bản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(Video, Image, Audio,…)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57E9B92-5C19-E21D-DA18-43BC320D4297}"/>
              </a:ext>
            </a:extLst>
          </p:cNvPr>
          <p:cNvGrpSpPr/>
          <p:nvPr/>
        </p:nvGrpSpPr>
        <p:grpSpPr>
          <a:xfrm>
            <a:off x="7259639" y="1659760"/>
            <a:ext cx="3690622" cy="1370500"/>
            <a:chOff x="7259639" y="1659760"/>
            <a:chExt cx="3690622" cy="1370500"/>
          </a:xfrm>
        </p:grpSpPr>
        <p:grpSp>
          <p:nvGrpSpPr>
            <p:cNvPr id="12" name="组合 11"/>
            <p:cNvGrpSpPr/>
            <p:nvPr/>
          </p:nvGrpSpPr>
          <p:grpSpPr>
            <a:xfrm>
              <a:off x="7259639" y="1659760"/>
              <a:ext cx="3690622" cy="499556"/>
              <a:chOff x="6762750" y="1019215"/>
              <a:chExt cx="4920828" cy="666075"/>
            </a:xfrm>
          </p:grpSpPr>
          <p:sp>
            <p:nvSpPr>
              <p:cNvPr id="14" name="矩形 9"/>
              <p:cNvSpPr>
                <a:spLocks noChangeArrowheads="1"/>
              </p:cNvSpPr>
              <p:nvPr/>
            </p:nvSpPr>
            <p:spPr bwMode="auto">
              <a:xfrm>
                <a:off x="7374045" y="1019215"/>
                <a:ext cx="4309533" cy="666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/>
              </a:bodyPr>
              <a:lstStyle/>
              <a:p>
                <a:r>
                  <a:rPr lang="en-US" altLang="zh-CN" sz="2000" b="1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  <a:sym typeface="+mn-lt"/>
                  </a:rPr>
                  <a:t>Đối</a:t>
                </a:r>
                <a:r>
                  <a:rPr lang="en-US" altLang="zh-CN" sz="2000" b="1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  <a:sym typeface="+mn-lt"/>
                  </a:rPr>
                  <a:t> </a:t>
                </a:r>
                <a:r>
                  <a:rPr lang="en-US" altLang="zh-CN" sz="2000" b="1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  <a:sym typeface="+mn-lt"/>
                  </a:rPr>
                  <a:t>tượng</a:t>
                </a:r>
                <a:endParaRPr lang="zh-CN" altLang="en-US" sz="20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grpSp>
            <p:nvGrpSpPr>
              <p:cNvPr id="15" name="组合 16"/>
              <p:cNvGrpSpPr/>
              <p:nvPr/>
            </p:nvGrpSpPr>
            <p:grpSpPr>
              <a:xfrm>
                <a:off x="6762750" y="1238250"/>
                <a:ext cx="571500" cy="428625"/>
                <a:chOff x="3000364" y="642924"/>
                <a:chExt cx="428628" cy="321471"/>
              </a:xfrm>
            </p:grpSpPr>
            <p:sp>
              <p:nvSpPr>
                <p:cNvPr id="16" name="等腰三角形 15"/>
                <p:cNvSpPr/>
                <p:nvPr/>
              </p:nvSpPr>
              <p:spPr>
                <a:xfrm rot="5400000">
                  <a:off x="3125380" y="660784"/>
                  <a:ext cx="321471" cy="285752"/>
                </a:xfrm>
                <a:prstGeom prst="triangle">
                  <a:avLst/>
                </a:prstGeom>
                <a:solidFill>
                  <a:srgbClr val="6AE7FF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eaLnBrk="1" fontAlgn="auto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400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字魂70号-灵悦黑体" panose="00000500000000000000" pitchFamily="2" charset="-122"/>
                    <a:cs typeface="#9Slide03 Arima Madurai" panose="00000500000000000000" pitchFamily="2" charset="0"/>
                    <a:sym typeface="+mn-lt"/>
                  </a:endParaRPr>
                </a:p>
              </p:txBody>
            </p:sp>
            <p:sp>
              <p:nvSpPr>
                <p:cNvPr id="17" name="等腰三角形 16"/>
                <p:cNvSpPr/>
                <p:nvPr/>
              </p:nvSpPr>
              <p:spPr>
                <a:xfrm rot="5400000">
                  <a:off x="2982504" y="696503"/>
                  <a:ext cx="250033" cy="214314"/>
                </a:xfrm>
                <a:prstGeom prst="triangle">
                  <a:avLst/>
                </a:prstGeom>
                <a:solidFill>
                  <a:srgbClr val="6AE7FF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eaLnBrk="1" fontAlgn="auto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400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字魂70号-灵悦黑体" panose="00000500000000000000" pitchFamily="2" charset="-122"/>
                    <a:cs typeface="#9Slide03 Arima Madurai" panose="00000500000000000000" pitchFamily="2" charset="0"/>
                    <a:sym typeface="+mn-lt"/>
                  </a:endParaRPr>
                </a:p>
              </p:txBody>
            </p:sp>
          </p:grp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14DA55-93E2-ED2B-DC4E-38C115868343}"/>
                </a:ext>
              </a:extLst>
            </p:cNvPr>
            <p:cNvSpPr txBox="1"/>
            <p:nvPr/>
          </p:nvSpPr>
          <p:spPr>
            <a:xfrm>
              <a:off x="7307865" y="2230041"/>
              <a:ext cx="310515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Các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đánh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giá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văn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bản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về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đồ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tiêu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dùng</a:t>
              </a:r>
              <a:endPara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F04291A-A9C3-4E9A-1FAD-9907918785F3}"/>
              </a:ext>
            </a:extLst>
          </p:cNvPr>
          <p:cNvGrpSpPr/>
          <p:nvPr/>
        </p:nvGrpSpPr>
        <p:grpSpPr>
          <a:xfrm>
            <a:off x="649224" y="1859756"/>
            <a:ext cx="4670099" cy="1413342"/>
            <a:chOff x="781264" y="1233860"/>
            <a:chExt cx="4670099" cy="1413342"/>
          </a:xfrm>
        </p:grpSpPr>
        <p:grpSp>
          <p:nvGrpSpPr>
            <p:cNvPr id="60" name="组合 47">
              <a:extLst>
                <a:ext uri="{FF2B5EF4-FFF2-40B4-BE49-F238E27FC236}">
                  <a16:creationId xmlns:a16="http://schemas.microsoft.com/office/drawing/2014/main" id="{8ACEC118-126A-A016-5BD3-8C35A027DCA8}"/>
                </a:ext>
              </a:extLst>
            </p:cNvPr>
            <p:cNvGrpSpPr/>
            <p:nvPr/>
          </p:nvGrpSpPr>
          <p:grpSpPr>
            <a:xfrm>
              <a:off x="2038167" y="1233860"/>
              <a:ext cx="3413196" cy="1413342"/>
              <a:chOff x="7839378" y="-171282"/>
              <a:chExt cx="4550919" cy="1884456"/>
            </a:xfrm>
          </p:grpSpPr>
          <p:sp>
            <p:nvSpPr>
              <p:cNvPr id="62" name="矩形 9">
                <a:extLst>
                  <a:ext uri="{FF2B5EF4-FFF2-40B4-BE49-F238E27FC236}">
                    <a16:creationId xmlns:a16="http://schemas.microsoft.com/office/drawing/2014/main" id="{0C4CA62A-589D-CAB1-1A88-2B41B9622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9378" y="-171282"/>
                <a:ext cx="4550919" cy="734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rmAutofit/>
              </a:bodyPr>
              <a:lstStyle/>
              <a:p>
                <a:r>
                  <a:rPr lang="en-US" sz="2000" b="1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Công </a:t>
                </a:r>
                <a:r>
                  <a:rPr lang="en-US" sz="2000" b="1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cụ</a:t>
                </a:r>
                <a:r>
                  <a:rPr lang="en-US" sz="2000" b="1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2000" b="1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sử</a:t>
                </a:r>
                <a:r>
                  <a:rPr lang="en-US" sz="2000" b="1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2000" b="1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dụng</a:t>
                </a:r>
                <a:endParaRPr lang="zh-CN" altLang="en-US" sz="16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grpSp>
            <p:nvGrpSpPr>
              <p:cNvPr id="63" name="组合 16">
                <a:extLst>
                  <a:ext uri="{FF2B5EF4-FFF2-40B4-BE49-F238E27FC236}">
                    <a16:creationId xmlns:a16="http://schemas.microsoft.com/office/drawing/2014/main" id="{4C356CEF-DD7A-7040-B744-290B049072B9}"/>
                  </a:ext>
                </a:extLst>
              </p:cNvPr>
              <p:cNvGrpSpPr/>
              <p:nvPr/>
            </p:nvGrpSpPr>
            <p:grpSpPr>
              <a:xfrm>
                <a:off x="11485257" y="1284549"/>
                <a:ext cx="494321" cy="428625"/>
                <a:chOff x="6542276" y="677649"/>
                <a:chExt cx="370744" cy="321471"/>
              </a:xfrm>
            </p:grpSpPr>
            <p:sp>
              <p:nvSpPr>
                <p:cNvPr id="64" name="等腰三角形 51">
                  <a:extLst>
                    <a:ext uri="{FF2B5EF4-FFF2-40B4-BE49-F238E27FC236}">
                      <a16:creationId xmlns:a16="http://schemas.microsoft.com/office/drawing/2014/main" id="{3158F5DB-6FA4-6936-626B-254059DD203B}"/>
                    </a:ext>
                  </a:extLst>
                </p:cNvPr>
                <p:cNvSpPr/>
                <p:nvPr/>
              </p:nvSpPr>
              <p:spPr>
                <a:xfrm rot="16200000">
                  <a:off x="6609408" y="695509"/>
                  <a:ext cx="321471" cy="285752"/>
                </a:xfrm>
                <a:prstGeom prst="triangle">
                  <a:avLst/>
                </a:prstGeom>
                <a:solidFill>
                  <a:srgbClr val="6AE7FF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eaLnBrk="1" fontAlgn="auto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400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字魂70号-灵悦黑体" panose="00000500000000000000" pitchFamily="2" charset="-122"/>
                    <a:cs typeface="#9Slide03 Arima Madurai" panose="00000500000000000000" pitchFamily="2" charset="0"/>
                    <a:sym typeface="+mn-lt"/>
                  </a:endParaRPr>
                </a:p>
              </p:txBody>
            </p:sp>
            <p:sp>
              <p:nvSpPr>
                <p:cNvPr id="65" name="等腰三角形 52">
                  <a:extLst>
                    <a:ext uri="{FF2B5EF4-FFF2-40B4-BE49-F238E27FC236}">
                      <a16:creationId xmlns:a16="http://schemas.microsoft.com/office/drawing/2014/main" id="{2AADDF56-8347-4001-7EB8-9C4DF2A7ECBB}"/>
                    </a:ext>
                  </a:extLst>
                </p:cNvPr>
                <p:cNvSpPr/>
                <p:nvPr/>
              </p:nvSpPr>
              <p:spPr>
                <a:xfrm rot="16200000">
                  <a:off x="6524417" y="731228"/>
                  <a:ext cx="250033" cy="214315"/>
                </a:xfrm>
                <a:prstGeom prst="triangle">
                  <a:avLst/>
                </a:prstGeom>
                <a:solidFill>
                  <a:srgbClr val="6AE7FF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eaLnBrk="1" fontAlgn="auto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400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字魂70号-灵悦黑体" panose="00000500000000000000" pitchFamily="2" charset="-122"/>
                    <a:cs typeface="#9Slide03 Arima Madurai" panose="00000500000000000000" pitchFamily="2" charset="0"/>
                    <a:sym typeface="+mn-lt"/>
                  </a:endParaRPr>
                </a:p>
              </p:txBody>
            </p: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72D1053-C955-DC42-B513-B41CF7B01FE8}"/>
                </a:ext>
              </a:extLst>
            </p:cNvPr>
            <p:cNvSpPr txBox="1"/>
            <p:nvPr/>
          </p:nvSpPr>
          <p:spPr>
            <a:xfrm>
              <a:off x="781264" y="1694145"/>
              <a:ext cx="303006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r">
                <a:lnSpc>
                  <a:spcPct val="150000"/>
                </a:lnSpc>
              </a:pP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NLP, scikit-learn, Kaggle, </a:t>
              </a:r>
              <a:r>
                <a:rPr lang="en-US" sz="16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streamlit</a:t>
              </a:r>
              <a:r>
                <a:rPr lang="en-US" sz="16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python,…</a:t>
              </a:r>
              <a:endParaRPr lang="en-US" sz="12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endParaRPr>
            </a:p>
          </p:txBody>
        </p:sp>
      </p:grpSp>
      <p:pic>
        <p:nvPicPr>
          <p:cNvPr id="2" name="图片 3">
            <a:extLst>
              <a:ext uri="{FF2B5EF4-FFF2-40B4-BE49-F238E27FC236}">
                <a16:creationId xmlns:a16="http://schemas.microsoft.com/office/drawing/2014/main" id="{ED9C0B31-A5CE-24B4-10AC-7DF410D6A8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5851" y="4816888"/>
            <a:ext cx="4021818" cy="2010909"/>
          </a:xfrm>
          <a:prstGeom prst="rect">
            <a:avLst/>
          </a:prstGeom>
        </p:spPr>
      </p:pic>
      <p:sp>
        <p:nvSpPr>
          <p:cNvPr id="45" name="任意多边形 57">
            <a:extLst>
              <a:ext uri="{FF2B5EF4-FFF2-40B4-BE49-F238E27FC236}">
                <a16:creationId xmlns:a16="http://schemas.microsoft.com/office/drawing/2014/main" id="{686E5A1D-2F54-6D8A-A533-D2F53B9FFDB8}"/>
              </a:ext>
            </a:extLst>
          </p:cNvPr>
          <p:cNvSpPr/>
          <p:nvPr/>
        </p:nvSpPr>
        <p:spPr bwMode="auto">
          <a:xfrm>
            <a:off x="11822690" y="-335088"/>
            <a:ext cx="738620" cy="738620"/>
          </a:xfrm>
          <a:custGeom>
            <a:avLst/>
            <a:gdLst>
              <a:gd name="T0" fmla="*/ 170793 w 1385360"/>
              <a:gd name="T1" fmla="*/ 0 h 1385360"/>
              <a:gd name="T2" fmla="*/ 341585 w 1385360"/>
              <a:gd name="T3" fmla="*/ 170792 h 1385360"/>
              <a:gd name="T4" fmla="*/ 170793 w 1385360"/>
              <a:gd name="T5" fmla="*/ 341585 h 1385360"/>
              <a:gd name="T6" fmla="*/ 0 w 1385360"/>
              <a:gd name="T7" fmla="*/ 170793 h 1385360"/>
              <a:gd name="T8" fmla="*/ 0 60000 65536"/>
              <a:gd name="T9" fmla="*/ 0 60000 65536"/>
              <a:gd name="T10" fmla="*/ 0 60000 65536"/>
              <a:gd name="T11" fmla="*/ 0 60000 65536"/>
              <a:gd name="T12" fmla="*/ 0 w 1385360"/>
              <a:gd name="T13" fmla="*/ 0 h 1385360"/>
              <a:gd name="T14" fmla="*/ 1385360 w 1385360"/>
              <a:gd name="T15" fmla="*/ 1385360 h 13853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85360" h="1385360">
                <a:moveTo>
                  <a:pt x="692680" y="0"/>
                </a:moveTo>
                <a:lnTo>
                  <a:pt x="1385360" y="692679"/>
                </a:lnTo>
                <a:lnTo>
                  <a:pt x="692680" y="1385360"/>
                </a:lnTo>
                <a:lnTo>
                  <a:pt x="0" y="692680"/>
                </a:lnTo>
                <a:lnTo>
                  <a:pt x="692680" y="0"/>
                </a:lnTo>
                <a:close/>
              </a:path>
            </a:pathLst>
          </a:custGeom>
          <a:solidFill>
            <a:srgbClr val="377F9A"/>
          </a:solidFill>
          <a:ln>
            <a:noFill/>
          </a:ln>
        </p:spPr>
        <p:txBody>
          <a:bodyPr anchor="t">
            <a:normAutofit/>
          </a:bodyPr>
          <a:lstStyle/>
          <a:p>
            <a:pPr algn="ctr" defTabSz="1625600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66" name="任意多边形 58">
            <a:extLst>
              <a:ext uri="{FF2B5EF4-FFF2-40B4-BE49-F238E27FC236}">
                <a16:creationId xmlns:a16="http://schemas.microsoft.com/office/drawing/2014/main" id="{CFE2379F-740F-D3A2-3A98-2EC4EDDA5A38}"/>
              </a:ext>
            </a:extLst>
          </p:cNvPr>
          <p:cNvSpPr/>
          <p:nvPr/>
        </p:nvSpPr>
        <p:spPr bwMode="auto">
          <a:xfrm>
            <a:off x="-181470" y="-168225"/>
            <a:ext cx="739688" cy="739688"/>
          </a:xfrm>
          <a:custGeom>
            <a:avLst/>
            <a:gdLst>
              <a:gd name="T0" fmla="*/ 172032 w 1385360"/>
              <a:gd name="T1" fmla="*/ 0 h 1385360"/>
              <a:gd name="T2" fmla="*/ 344063 w 1385360"/>
              <a:gd name="T3" fmla="*/ 172032 h 1385360"/>
              <a:gd name="T4" fmla="*/ 172032 w 1385360"/>
              <a:gd name="T5" fmla="*/ 344063 h 1385360"/>
              <a:gd name="T6" fmla="*/ 0 w 1385360"/>
              <a:gd name="T7" fmla="*/ 172032 h 1385360"/>
              <a:gd name="T8" fmla="*/ 0 60000 65536"/>
              <a:gd name="T9" fmla="*/ 0 60000 65536"/>
              <a:gd name="T10" fmla="*/ 0 60000 65536"/>
              <a:gd name="T11" fmla="*/ 0 60000 65536"/>
              <a:gd name="T12" fmla="*/ 0 w 1385360"/>
              <a:gd name="T13" fmla="*/ 0 h 1385360"/>
              <a:gd name="T14" fmla="*/ 1385360 w 1385360"/>
              <a:gd name="T15" fmla="*/ 1385360 h 13853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85360" h="1385360">
                <a:moveTo>
                  <a:pt x="692680" y="0"/>
                </a:moveTo>
                <a:lnTo>
                  <a:pt x="1385360" y="692679"/>
                </a:lnTo>
                <a:lnTo>
                  <a:pt x="692680" y="1385360"/>
                </a:lnTo>
                <a:lnTo>
                  <a:pt x="0" y="692680"/>
                </a:lnTo>
                <a:lnTo>
                  <a:pt x="692680" y="0"/>
                </a:lnTo>
                <a:close/>
              </a:path>
            </a:pathLst>
          </a:custGeom>
          <a:solidFill>
            <a:srgbClr val="0FF3FF"/>
          </a:solidFill>
          <a:ln>
            <a:noFill/>
          </a:ln>
        </p:spPr>
        <p:txBody>
          <a:bodyPr anchor="t">
            <a:normAutofit/>
          </a:bodyPr>
          <a:lstStyle/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/>
          <p:nvPr/>
        </p:nvSpPr>
        <p:spPr bwMode="auto">
          <a:xfrm>
            <a:off x="440751" y="1802461"/>
            <a:ext cx="5503333" cy="2875844"/>
          </a:xfrm>
          <a:custGeom>
            <a:avLst/>
            <a:gdLst/>
            <a:ahLst/>
            <a:cxnLst>
              <a:cxn ang="0">
                <a:pos x="1558" y="337"/>
              </a:cxn>
              <a:cxn ang="0">
                <a:pos x="1221" y="0"/>
              </a:cxn>
              <a:cxn ang="0">
                <a:pos x="407" y="814"/>
              </a:cxn>
              <a:cxn ang="0">
                <a:pos x="0" y="407"/>
              </a:cxn>
              <a:cxn ang="0">
                <a:pos x="402" y="5"/>
              </a:cxn>
              <a:cxn ang="0">
                <a:pos x="734" y="337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rgbClr val="377F9A"/>
            </a:solidFill>
            <a:prstDash val="solid"/>
            <a:round/>
          </a:ln>
          <a:effectLst/>
        </p:spPr>
        <p:txBody>
          <a:bodyPr wrap="none"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150000"/>
              </a:lnSpc>
              <a:defRPr/>
            </a:pPr>
            <a:endParaRPr lang="zh-CN" altLang="en-US" sz="1735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83841" y="2248374"/>
            <a:ext cx="1952977" cy="1952977"/>
            <a:chOff x="738881" y="1859756"/>
            <a:chExt cx="1098550" cy="1098550"/>
          </a:xfrm>
          <a:solidFill>
            <a:srgbClr val="0FF3FF"/>
          </a:solidFill>
        </p:grpSpPr>
        <p:sp>
          <p:nvSpPr>
            <p:cNvPr id="9" name="任意多边形 58"/>
            <p:cNvSpPr/>
            <p:nvPr/>
          </p:nvSpPr>
          <p:spPr bwMode="auto">
            <a:xfrm>
              <a:off x="738881" y="1859756"/>
              <a:ext cx="1098550" cy="1098550"/>
            </a:xfrm>
            <a:custGeom>
              <a:avLst/>
              <a:gdLst>
                <a:gd name="T0" fmla="*/ 172032 w 1385360"/>
                <a:gd name="T1" fmla="*/ 0 h 1385360"/>
                <a:gd name="T2" fmla="*/ 344063 w 1385360"/>
                <a:gd name="T3" fmla="*/ 172032 h 1385360"/>
                <a:gd name="T4" fmla="*/ 172032 w 1385360"/>
                <a:gd name="T5" fmla="*/ 344063 h 1385360"/>
                <a:gd name="T6" fmla="*/ 0 w 1385360"/>
                <a:gd name="T7" fmla="*/ 172032 h 1385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5360"/>
                <a:gd name="T13" fmla="*/ 0 h 1385360"/>
                <a:gd name="T14" fmla="*/ 1385360 w 1385360"/>
                <a:gd name="T15" fmla="*/ 1385360 h 1385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lnTo>
                    <a:pt x="692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0" name="任意多边形 60"/>
            <p:cNvSpPr/>
            <p:nvPr/>
          </p:nvSpPr>
          <p:spPr bwMode="auto">
            <a:xfrm>
              <a:off x="1181794" y="1948656"/>
              <a:ext cx="206375" cy="206375"/>
            </a:xfrm>
            <a:custGeom>
              <a:avLst/>
              <a:gdLst>
                <a:gd name="T0" fmla="*/ 31990 w 260920"/>
                <a:gd name="T1" fmla="*/ 0 h 260921"/>
                <a:gd name="T2" fmla="*/ 63980 w 260920"/>
                <a:gd name="T3" fmla="*/ 31990 h 260921"/>
                <a:gd name="T4" fmla="*/ 31990 w 260920"/>
                <a:gd name="T5" fmla="*/ 63979 h 260921"/>
                <a:gd name="T6" fmla="*/ 0 w 260920"/>
                <a:gd name="T7" fmla="*/ 31990 h 2609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920"/>
                <a:gd name="T13" fmla="*/ 0 h 260921"/>
                <a:gd name="T14" fmla="*/ 260920 w 260920"/>
                <a:gd name="T15" fmla="*/ 260921 h 2609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lnTo>
                    <a:pt x="130460" y="0"/>
                  </a:lnTo>
                  <a:close/>
                </a:path>
              </a:pathLst>
            </a:custGeom>
            <a:solidFill>
              <a:srgbClr val="37B8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 fontScale="50000" lnSpcReduction="20000"/>
            </a:bodyPr>
            <a:lstStyle/>
            <a:p>
              <a:pPr algn="ctr" defTabSz="1625600">
                <a:lnSpc>
                  <a:spcPct val="170000"/>
                </a:lnSpc>
              </a:pPr>
              <a:r>
                <a:rPr lang="vi-VN" altLang="vi-VN" sz="2535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1</a:t>
              </a:r>
              <a:endParaRPr lang="en-US" altLang="zh-CN" sz="2535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762509" y="2268130"/>
            <a:ext cx="1950156" cy="1950156"/>
            <a:chOff x="2358131" y="1870868"/>
            <a:chExt cx="1096963" cy="1096963"/>
          </a:xfrm>
          <a:solidFill>
            <a:srgbClr val="377F9A"/>
          </a:solidFill>
        </p:grpSpPr>
        <p:sp>
          <p:nvSpPr>
            <p:cNvPr id="12" name="任意多边形 57"/>
            <p:cNvSpPr/>
            <p:nvPr/>
          </p:nvSpPr>
          <p:spPr bwMode="auto">
            <a:xfrm>
              <a:off x="2358131" y="1870868"/>
              <a:ext cx="1096963" cy="1096963"/>
            </a:xfrm>
            <a:custGeom>
              <a:avLst/>
              <a:gdLst>
                <a:gd name="T0" fmla="*/ 170793 w 1385360"/>
                <a:gd name="T1" fmla="*/ 0 h 1385360"/>
                <a:gd name="T2" fmla="*/ 341585 w 1385360"/>
                <a:gd name="T3" fmla="*/ 170792 h 1385360"/>
                <a:gd name="T4" fmla="*/ 170793 w 1385360"/>
                <a:gd name="T5" fmla="*/ 341585 h 1385360"/>
                <a:gd name="T6" fmla="*/ 0 w 1385360"/>
                <a:gd name="T7" fmla="*/ 170793 h 1385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5360"/>
                <a:gd name="T13" fmla="*/ 0 h 1385360"/>
                <a:gd name="T14" fmla="*/ 1385360 w 1385360"/>
                <a:gd name="T15" fmla="*/ 1385360 h 1385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lnTo>
                    <a:pt x="692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>
              <a:normAutofit/>
            </a:bodyPr>
            <a:lstStyle/>
            <a:p>
              <a:pPr algn="ctr" defTabSz="1625600">
                <a:lnSpc>
                  <a:spcPct val="150000"/>
                </a:lnSpc>
              </a:pPr>
              <a:endParaRPr 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3" name="任意多边形 61"/>
            <p:cNvSpPr/>
            <p:nvPr/>
          </p:nvSpPr>
          <p:spPr bwMode="auto">
            <a:xfrm>
              <a:off x="2804219" y="1958181"/>
              <a:ext cx="206375" cy="206375"/>
            </a:xfrm>
            <a:custGeom>
              <a:avLst/>
              <a:gdLst>
                <a:gd name="T0" fmla="*/ 31990 w 260920"/>
                <a:gd name="T1" fmla="*/ 0 h 260921"/>
                <a:gd name="T2" fmla="*/ 63980 w 260920"/>
                <a:gd name="T3" fmla="*/ 31990 h 260921"/>
                <a:gd name="T4" fmla="*/ 31990 w 260920"/>
                <a:gd name="T5" fmla="*/ 63979 h 260921"/>
                <a:gd name="T6" fmla="*/ 0 w 260920"/>
                <a:gd name="T7" fmla="*/ 31990 h 2609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920"/>
                <a:gd name="T13" fmla="*/ 0 h 260921"/>
                <a:gd name="T14" fmla="*/ 260920 w 260920"/>
                <a:gd name="T15" fmla="*/ 260921 h 2609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lnTo>
                    <a:pt x="130460" y="0"/>
                  </a:lnTo>
                  <a:close/>
                </a:path>
              </a:pathLst>
            </a:custGeom>
            <a:solidFill>
              <a:srgbClr val="0F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 fontScale="50000" lnSpcReduction="20000"/>
            </a:bodyPr>
            <a:lstStyle/>
            <a:p>
              <a:pPr algn="ctr" defTabSz="1625600">
                <a:lnSpc>
                  <a:spcPct val="170000"/>
                </a:lnSpc>
              </a:pPr>
              <a:r>
                <a:rPr lang="vi-VN" altLang="vi-VN" sz="2535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2</a:t>
              </a:r>
              <a:endParaRPr lang="en-US" altLang="zh-CN" sz="2535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658109" y="2268130"/>
            <a:ext cx="1950156" cy="1950156"/>
            <a:chOff x="3986906" y="1870868"/>
            <a:chExt cx="1096963" cy="1096963"/>
          </a:xfrm>
          <a:solidFill>
            <a:srgbClr val="0FF3FF"/>
          </a:solidFill>
        </p:grpSpPr>
        <p:sp>
          <p:nvSpPr>
            <p:cNvPr id="15" name="任意多边形 56"/>
            <p:cNvSpPr/>
            <p:nvPr/>
          </p:nvSpPr>
          <p:spPr bwMode="auto">
            <a:xfrm>
              <a:off x="3986906" y="1870868"/>
              <a:ext cx="1096963" cy="1096963"/>
            </a:xfrm>
            <a:custGeom>
              <a:avLst/>
              <a:gdLst>
                <a:gd name="T0" fmla="*/ 170793 w 1385360"/>
                <a:gd name="T1" fmla="*/ 0 h 1385360"/>
                <a:gd name="T2" fmla="*/ 341585 w 1385360"/>
                <a:gd name="T3" fmla="*/ 170792 h 1385360"/>
                <a:gd name="T4" fmla="*/ 170793 w 1385360"/>
                <a:gd name="T5" fmla="*/ 341585 h 1385360"/>
                <a:gd name="T6" fmla="*/ 0 w 1385360"/>
                <a:gd name="T7" fmla="*/ 170793 h 1385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5360"/>
                <a:gd name="T13" fmla="*/ 0 h 1385360"/>
                <a:gd name="T14" fmla="*/ 1385360 w 1385360"/>
                <a:gd name="T15" fmla="*/ 1385360 h 1385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lnTo>
                    <a:pt x="692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>
              <a:normAutofit/>
            </a:bodyPr>
            <a:lstStyle/>
            <a:p>
              <a:pPr algn="ctr" defTabSz="1625600">
                <a:lnSpc>
                  <a:spcPct val="150000"/>
                </a:lnSpc>
              </a:pPr>
              <a:endPara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  <a:sym typeface="+mn-lt"/>
              </a:endParaRPr>
            </a:p>
            <a:p>
              <a:pPr algn="ctr" defTabSz="1625600"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16" name="任意多边形 62"/>
            <p:cNvSpPr/>
            <p:nvPr/>
          </p:nvSpPr>
          <p:spPr bwMode="auto">
            <a:xfrm>
              <a:off x="4428231" y="1958181"/>
              <a:ext cx="206375" cy="206375"/>
            </a:xfrm>
            <a:custGeom>
              <a:avLst/>
              <a:gdLst>
                <a:gd name="T0" fmla="*/ 31990 w 260920"/>
                <a:gd name="T1" fmla="*/ 0 h 260921"/>
                <a:gd name="T2" fmla="*/ 63980 w 260920"/>
                <a:gd name="T3" fmla="*/ 31990 h 260921"/>
                <a:gd name="T4" fmla="*/ 31990 w 260920"/>
                <a:gd name="T5" fmla="*/ 63979 h 260921"/>
                <a:gd name="T6" fmla="*/ 0 w 260920"/>
                <a:gd name="T7" fmla="*/ 31990 h 2609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920"/>
                <a:gd name="T13" fmla="*/ 0 h 260921"/>
                <a:gd name="T14" fmla="*/ 260920 w 260920"/>
                <a:gd name="T15" fmla="*/ 260921 h 2609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lnTo>
                    <a:pt x="130460" y="0"/>
                  </a:lnTo>
                  <a:close/>
                </a:path>
              </a:pathLst>
            </a:custGeom>
            <a:solidFill>
              <a:srgbClr val="4FA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 fontScale="50000" lnSpcReduction="20000"/>
            </a:bodyPr>
            <a:lstStyle/>
            <a:p>
              <a:pPr algn="ctr" defTabSz="1625600">
                <a:lnSpc>
                  <a:spcPct val="170000"/>
                </a:lnSpc>
              </a:pPr>
              <a:r>
                <a:rPr lang="vi-VN" altLang="vi-VN" sz="2535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3</a:t>
              </a:r>
              <a:endParaRPr lang="en-US" altLang="zh-CN" sz="2535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</p:grpSp>
      <p:sp>
        <p:nvSpPr>
          <p:cNvPr id="17" name="任意多边形 63"/>
          <p:cNvSpPr/>
          <p:nvPr/>
        </p:nvSpPr>
        <p:spPr bwMode="auto">
          <a:xfrm>
            <a:off x="3545197" y="1796820"/>
            <a:ext cx="5280377" cy="2892777"/>
          </a:xfrm>
          <a:custGeom>
            <a:avLst/>
            <a:gdLst>
              <a:gd name="T0" fmla="*/ 0 w 3751060"/>
              <a:gd name="T1" fmla="*/ 295680 h 2054225"/>
              <a:gd name="T2" fmla="*/ 209032 w 3751060"/>
              <a:gd name="T3" fmla="*/ 507441 h 2054225"/>
              <a:gd name="T4" fmla="*/ 713995 w 3751060"/>
              <a:gd name="T5" fmla="*/ 0 h 2054225"/>
              <a:gd name="T6" fmla="*/ 924934 w 3751060"/>
              <a:gd name="T7" fmla="*/ 213642 h 20542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1060" h="2054225">
                <a:moveTo>
                  <a:pt x="0" y="1196975"/>
                </a:moveTo>
                <a:cubicBezTo>
                  <a:pt x="339725" y="1536700"/>
                  <a:pt x="508000" y="1714500"/>
                  <a:pt x="847725" y="2054225"/>
                </a:cubicBezTo>
                <a:lnTo>
                  <a:pt x="2895600" y="0"/>
                </a:lnTo>
                <a:lnTo>
                  <a:pt x="3751060" y="864864"/>
                </a:lnTo>
              </a:path>
            </a:pathLst>
          </a:custGeom>
          <a:noFill/>
          <a:ln w="25400" cap="flat" cmpd="sng" algn="ctr">
            <a:solidFill>
              <a:srgbClr val="0FF3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62552" tIns="81276" rIns="162552" bIns="81276" anchor="ctr"/>
          <a:lstStyle/>
          <a:p>
            <a:pPr defTabSz="1625600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8" name="Freeform 5"/>
          <p:cNvSpPr/>
          <p:nvPr/>
        </p:nvSpPr>
        <p:spPr bwMode="auto">
          <a:xfrm flipH="1" flipV="1">
            <a:off x="6350485" y="1810930"/>
            <a:ext cx="5506155" cy="2873023"/>
          </a:xfrm>
          <a:custGeom>
            <a:avLst/>
            <a:gdLst/>
            <a:ahLst/>
            <a:cxnLst>
              <a:cxn ang="0">
                <a:pos x="1558" y="337"/>
              </a:cxn>
              <a:cxn ang="0">
                <a:pos x="1221" y="0"/>
              </a:cxn>
              <a:cxn ang="0">
                <a:pos x="407" y="814"/>
              </a:cxn>
              <a:cxn ang="0">
                <a:pos x="0" y="407"/>
              </a:cxn>
              <a:cxn ang="0">
                <a:pos x="402" y="5"/>
              </a:cxn>
              <a:cxn ang="0">
                <a:pos x="734" y="337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rgbClr val="377F9A"/>
            </a:solidFill>
            <a:prstDash val="solid"/>
            <a:round/>
          </a:ln>
          <a:effectLst/>
        </p:spPr>
        <p:txBody>
          <a:bodyPr wrap="none"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150000"/>
              </a:lnSpc>
              <a:defRPr/>
            </a:pPr>
            <a:endParaRPr lang="zh-CN" altLang="en-US" sz="1735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494443" y="2268130"/>
            <a:ext cx="1950155" cy="1950156"/>
            <a:chOff x="7271445" y="1870868"/>
            <a:chExt cx="1096962" cy="1096963"/>
          </a:xfrm>
          <a:solidFill>
            <a:srgbClr val="377F9A"/>
          </a:solidFill>
        </p:grpSpPr>
        <p:sp>
          <p:nvSpPr>
            <p:cNvPr id="20" name="任意多边形 68"/>
            <p:cNvSpPr/>
            <p:nvPr/>
          </p:nvSpPr>
          <p:spPr bwMode="auto">
            <a:xfrm>
              <a:off x="7271445" y="1870868"/>
              <a:ext cx="1096962" cy="1096963"/>
            </a:xfrm>
            <a:custGeom>
              <a:avLst/>
              <a:gdLst>
                <a:gd name="T0" fmla="*/ 170792 w 1385360"/>
                <a:gd name="T1" fmla="*/ 0 h 1385360"/>
                <a:gd name="T2" fmla="*/ 341584 w 1385360"/>
                <a:gd name="T3" fmla="*/ 170792 h 1385360"/>
                <a:gd name="T4" fmla="*/ 170792 w 1385360"/>
                <a:gd name="T5" fmla="*/ 341585 h 1385360"/>
                <a:gd name="T6" fmla="*/ 0 w 1385360"/>
                <a:gd name="T7" fmla="*/ 170793 h 1385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5360"/>
                <a:gd name="T13" fmla="*/ 0 h 1385360"/>
                <a:gd name="T14" fmla="*/ 1385360 w 1385360"/>
                <a:gd name="T15" fmla="*/ 1385360 h 1385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lnTo>
                    <a:pt x="692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>
              <a:normAutofit/>
            </a:bodyPr>
            <a:lstStyle/>
            <a:p>
              <a:pPr algn="ctr" defTabSz="1625600">
                <a:lnSpc>
                  <a:spcPct val="150000"/>
                </a:lnSpc>
              </a:pPr>
              <a:endParaRPr lang="zh-CN" alt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1" name="任意多边形 69"/>
            <p:cNvSpPr/>
            <p:nvPr/>
          </p:nvSpPr>
          <p:spPr bwMode="auto">
            <a:xfrm>
              <a:off x="7717531" y="1958181"/>
              <a:ext cx="206375" cy="206375"/>
            </a:xfrm>
            <a:custGeom>
              <a:avLst/>
              <a:gdLst>
                <a:gd name="T0" fmla="*/ 31990 w 260920"/>
                <a:gd name="T1" fmla="*/ 0 h 260921"/>
                <a:gd name="T2" fmla="*/ 63980 w 260920"/>
                <a:gd name="T3" fmla="*/ 31990 h 260921"/>
                <a:gd name="T4" fmla="*/ 31990 w 260920"/>
                <a:gd name="T5" fmla="*/ 63979 h 260921"/>
                <a:gd name="T6" fmla="*/ 0 w 260920"/>
                <a:gd name="T7" fmla="*/ 31990 h 2609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920"/>
                <a:gd name="T13" fmla="*/ 0 h 260921"/>
                <a:gd name="T14" fmla="*/ 260920 w 260920"/>
                <a:gd name="T15" fmla="*/ 260921 h 2609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lnTo>
                    <a:pt x="130460" y="0"/>
                  </a:lnTo>
                  <a:close/>
                </a:path>
              </a:pathLst>
            </a:custGeom>
            <a:solidFill>
              <a:srgbClr val="0F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 fontScale="50000" lnSpcReduction="20000"/>
            </a:bodyPr>
            <a:lstStyle/>
            <a:p>
              <a:pPr algn="ctr" defTabSz="1625600">
                <a:lnSpc>
                  <a:spcPct val="170000"/>
                </a:lnSpc>
              </a:pPr>
              <a:r>
                <a:rPr lang="vi-VN" altLang="vi-VN" sz="2535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4</a:t>
              </a:r>
              <a:endParaRPr lang="en-US" altLang="zh-CN" sz="2535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-894766" y="-296152"/>
            <a:ext cx="9841995" cy="2120442"/>
            <a:chOff x="-894766" y="-296152"/>
            <a:chExt cx="9841995" cy="2120442"/>
          </a:xfrm>
        </p:grpSpPr>
        <p:grpSp>
          <p:nvGrpSpPr>
            <p:cNvPr id="35" name="组合 34"/>
            <p:cNvGrpSpPr/>
            <p:nvPr/>
          </p:nvGrpSpPr>
          <p:grpSpPr>
            <a:xfrm>
              <a:off x="3924220" y="287187"/>
              <a:ext cx="5023009" cy="1359234"/>
              <a:chOff x="3521826" y="229400"/>
              <a:chExt cx="5023009" cy="1359234"/>
            </a:xfrm>
          </p:grpSpPr>
          <p:sp>
            <p:nvSpPr>
              <p:cNvPr id="36" name="文本框 3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  <p:cNvSpPr txBox="1"/>
              <p:nvPr/>
            </p:nvSpPr>
            <p:spPr>
              <a:xfrm>
                <a:off x="3753321" y="229400"/>
                <a:ext cx="3705859" cy="84539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vi-VN" sz="2800" b="1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Noto Sans"/>
                    <a:cs typeface="#9Slide03 Arima Madurai" panose="00000500000000000000" pitchFamily="2" charset="0"/>
                    <a:sym typeface="Century Gothic" panose="020B0502020202020204" pitchFamily="34" charset="0"/>
                  </a:rPr>
                  <a:t>GIẢI PHÁP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Century Gothic" panose="020B0502020202020204" pitchFamily="34" charset="0"/>
                </a:endParaRPr>
              </a:p>
            </p:txBody>
          </p:sp>
          <p:sp>
            <p:nvSpPr>
              <p:cNvPr id="37" name="AutoShape 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  <p:cNvSpPr/>
              <p:nvPr/>
            </p:nvSpPr>
            <p:spPr bwMode="auto">
              <a:xfrm>
                <a:off x="3521826" y="867578"/>
                <a:ext cx="5023009" cy="7210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normAutofit/>
              </a:bodyPr>
              <a:lstStyle>
                <a:lvl1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1pPr>
                <a:lvl2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2pPr>
                <a:lvl3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3pPr>
                <a:lvl4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4pPr>
                <a:lvl5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5pPr>
                <a:lvl6pPr marL="39243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6pPr>
                <a:lvl7pPr marL="43815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7pPr>
                <a:lvl8pPr marL="48387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8pPr>
                <a:lvl9pPr marL="52959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Vai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trò</a:t>
                </a: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của</a:t>
                </a: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Học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máy</a:t>
                </a: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trong</a:t>
                </a: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phát</a:t>
                </a: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hiện</a:t>
                </a: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gian</a:t>
                </a:r>
                <a:r>
                  <a:rPr lang="en-US" sz="18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lận</a:t>
                </a:r>
                <a:endParaRPr kumimoji="0" lang="id-ID" sz="1800" i="0" u="none" strike="noStrike" kern="1200" cap="none" spc="0" normalizeH="0" baseline="0" noProof="0" dirty="0">
                  <a:ln>
                    <a:noFill/>
                  </a:ln>
                  <a:solidFill>
                    <a:srgbClr val="0FF3FF"/>
                  </a:solidFill>
                  <a:effectLst/>
                  <a:uLnTx/>
                  <a:uFillTx/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</p:grp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94766" y="-296152"/>
              <a:ext cx="4240883" cy="2120442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51B7F0-6E27-AE31-B8EB-BA2125071F2A}"/>
              </a:ext>
            </a:extLst>
          </p:cNvPr>
          <p:cNvSpPr txBox="1"/>
          <p:nvPr/>
        </p:nvSpPr>
        <p:spPr>
          <a:xfrm>
            <a:off x="-15377" y="4813985"/>
            <a:ext cx="2789499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Tự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học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hỏi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từ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651365-3BF3-5266-A8C9-219BC42A9FCF}"/>
              </a:ext>
            </a:extLst>
          </p:cNvPr>
          <p:cNvSpPr txBox="1"/>
          <p:nvPr/>
        </p:nvSpPr>
        <p:spPr>
          <a:xfrm>
            <a:off x="2718052" y="4728554"/>
            <a:ext cx="2930423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Phát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các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mẫu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bất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thường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hành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vi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đáng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ngờ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F7BD26-F0BA-CCDD-AD45-EC6DA93F26B6}"/>
              </a:ext>
            </a:extLst>
          </p:cNvPr>
          <p:cNvSpPr txBox="1"/>
          <p:nvPr/>
        </p:nvSpPr>
        <p:spPr>
          <a:xfrm>
            <a:off x="5641848" y="4802086"/>
            <a:ext cx="3107341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Phân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tích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nội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dung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văn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bản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(NLP)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tìm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dấu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giả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mạo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D670FB-4F33-C05E-B99F-970B22870559}"/>
              </a:ext>
            </a:extLst>
          </p:cNvPr>
          <p:cNvSpPr txBox="1"/>
          <p:nvPr/>
        </p:nvSpPr>
        <p:spPr>
          <a:xfrm>
            <a:off x="8332546" y="4768454"/>
            <a:ext cx="3340439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Tự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hóa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quả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khả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năng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học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hỏi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thích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ứng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liên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tục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chính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xác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cao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3" name="任意多边形 58">
            <a:extLst>
              <a:ext uri="{FF2B5EF4-FFF2-40B4-BE49-F238E27FC236}">
                <a16:creationId xmlns:a16="http://schemas.microsoft.com/office/drawing/2014/main" id="{AF022ED1-63E2-D165-2D2A-FE165B2CDF1A}"/>
              </a:ext>
            </a:extLst>
          </p:cNvPr>
          <p:cNvSpPr/>
          <p:nvPr/>
        </p:nvSpPr>
        <p:spPr bwMode="auto">
          <a:xfrm>
            <a:off x="-12166588" y="6054144"/>
            <a:ext cx="739688" cy="739688"/>
          </a:xfrm>
          <a:custGeom>
            <a:avLst/>
            <a:gdLst>
              <a:gd name="T0" fmla="*/ 172032 w 1385360"/>
              <a:gd name="T1" fmla="*/ 0 h 1385360"/>
              <a:gd name="T2" fmla="*/ 344063 w 1385360"/>
              <a:gd name="T3" fmla="*/ 172032 h 1385360"/>
              <a:gd name="T4" fmla="*/ 172032 w 1385360"/>
              <a:gd name="T5" fmla="*/ 344063 h 1385360"/>
              <a:gd name="T6" fmla="*/ 0 w 1385360"/>
              <a:gd name="T7" fmla="*/ 172032 h 1385360"/>
              <a:gd name="T8" fmla="*/ 0 60000 65536"/>
              <a:gd name="T9" fmla="*/ 0 60000 65536"/>
              <a:gd name="T10" fmla="*/ 0 60000 65536"/>
              <a:gd name="T11" fmla="*/ 0 60000 65536"/>
              <a:gd name="T12" fmla="*/ 0 w 1385360"/>
              <a:gd name="T13" fmla="*/ 0 h 1385360"/>
              <a:gd name="T14" fmla="*/ 1385360 w 1385360"/>
              <a:gd name="T15" fmla="*/ 1385360 h 13853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85360" h="1385360">
                <a:moveTo>
                  <a:pt x="692680" y="0"/>
                </a:moveTo>
                <a:lnTo>
                  <a:pt x="1385360" y="692679"/>
                </a:lnTo>
                <a:lnTo>
                  <a:pt x="692680" y="1385360"/>
                </a:lnTo>
                <a:lnTo>
                  <a:pt x="0" y="692680"/>
                </a:lnTo>
                <a:lnTo>
                  <a:pt x="692680" y="0"/>
                </a:lnTo>
                <a:close/>
              </a:path>
            </a:pathLst>
          </a:custGeom>
          <a:solidFill>
            <a:srgbClr val="0FF3FF"/>
          </a:solidFill>
          <a:ln>
            <a:noFill/>
          </a:ln>
        </p:spPr>
        <p:txBody>
          <a:bodyPr anchor="t">
            <a:normAutofit/>
          </a:bodyPr>
          <a:lstStyle/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4" name="任意多边形 57">
            <a:extLst>
              <a:ext uri="{FF2B5EF4-FFF2-40B4-BE49-F238E27FC236}">
                <a16:creationId xmlns:a16="http://schemas.microsoft.com/office/drawing/2014/main" id="{B538BB7B-6468-48E3-1CDB-E1CE8EE8755E}"/>
              </a:ext>
            </a:extLst>
          </p:cNvPr>
          <p:cNvSpPr/>
          <p:nvPr/>
        </p:nvSpPr>
        <p:spPr bwMode="auto">
          <a:xfrm>
            <a:off x="25946" y="6088900"/>
            <a:ext cx="738620" cy="738620"/>
          </a:xfrm>
          <a:custGeom>
            <a:avLst/>
            <a:gdLst>
              <a:gd name="T0" fmla="*/ 170793 w 1385360"/>
              <a:gd name="T1" fmla="*/ 0 h 1385360"/>
              <a:gd name="T2" fmla="*/ 341585 w 1385360"/>
              <a:gd name="T3" fmla="*/ 170792 h 1385360"/>
              <a:gd name="T4" fmla="*/ 170793 w 1385360"/>
              <a:gd name="T5" fmla="*/ 341585 h 1385360"/>
              <a:gd name="T6" fmla="*/ 0 w 1385360"/>
              <a:gd name="T7" fmla="*/ 170793 h 1385360"/>
              <a:gd name="T8" fmla="*/ 0 60000 65536"/>
              <a:gd name="T9" fmla="*/ 0 60000 65536"/>
              <a:gd name="T10" fmla="*/ 0 60000 65536"/>
              <a:gd name="T11" fmla="*/ 0 60000 65536"/>
              <a:gd name="T12" fmla="*/ 0 w 1385360"/>
              <a:gd name="T13" fmla="*/ 0 h 1385360"/>
              <a:gd name="T14" fmla="*/ 1385360 w 1385360"/>
              <a:gd name="T15" fmla="*/ 1385360 h 13853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85360" h="1385360">
                <a:moveTo>
                  <a:pt x="692680" y="0"/>
                </a:moveTo>
                <a:lnTo>
                  <a:pt x="1385360" y="692679"/>
                </a:lnTo>
                <a:lnTo>
                  <a:pt x="692680" y="1385360"/>
                </a:lnTo>
                <a:lnTo>
                  <a:pt x="0" y="692680"/>
                </a:lnTo>
                <a:lnTo>
                  <a:pt x="692680" y="0"/>
                </a:lnTo>
                <a:close/>
              </a:path>
            </a:pathLst>
          </a:custGeom>
          <a:solidFill>
            <a:srgbClr val="377F9A"/>
          </a:solidFill>
          <a:ln>
            <a:noFill/>
          </a:ln>
        </p:spPr>
        <p:txBody>
          <a:bodyPr anchor="t">
            <a:normAutofit/>
          </a:bodyPr>
          <a:lstStyle/>
          <a:p>
            <a:pPr algn="ctr" defTabSz="1625600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6" name="任意多边形 58">
            <a:extLst>
              <a:ext uri="{FF2B5EF4-FFF2-40B4-BE49-F238E27FC236}">
                <a16:creationId xmlns:a16="http://schemas.microsoft.com/office/drawing/2014/main" id="{B24448A7-BC77-C1A0-A9DC-3DBCB2EE8296}"/>
              </a:ext>
            </a:extLst>
          </p:cNvPr>
          <p:cNvSpPr/>
          <p:nvPr/>
        </p:nvSpPr>
        <p:spPr bwMode="auto">
          <a:xfrm>
            <a:off x="11486796" y="6118312"/>
            <a:ext cx="739688" cy="739688"/>
          </a:xfrm>
          <a:custGeom>
            <a:avLst/>
            <a:gdLst>
              <a:gd name="T0" fmla="*/ 172032 w 1385360"/>
              <a:gd name="T1" fmla="*/ 0 h 1385360"/>
              <a:gd name="T2" fmla="*/ 344063 w 1385360"/>
              <a:gd name="T3" fmla="*/ 172032 h 1385360"/>
              <a:gd name="T4" fmla="*/ 172032 w 1385360"/>
              <a:gd name="T5" fmla="*/ 344063 h 1385360"/>
              <a:gd name="T6" fmla="*/ 0 w 1385360"/>
              <a:gd name="T7" fmla="*/ 172032 h 1385360"/>
              <a:gd name="T8" fmla="*/ 0 60000 65536"/>
              <a:gd name="T9" fmla="*/ 0 60000 65536"/>
              <a:gd name="T10" fmla="*/ 0 60000 65536"/>
              <a:gd name="T11" fmla="*/ 0 60000 65536"/>
              <a:gd name="T12" fmla="*/ 0 w 1385360"/>
              <a:gd name="T13" fmla="*/ 0 h 1385360"/>
              <a:gd name="T14" fmla="*/ 1385360 w 1385360"/>
              <a:gd name="T15" fmla="*/ 1385360 h 13853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85360" h="1385360">
                <a:moveTo>
                  <a:pt x="692680" y="0"/>
                </a:moveTo>
                <a:lnTo>
                  <a:pt x="1385360" y="692679"/>
                </a:lnTo>
                <a:lnTo>
                  <a:pt x="692680" y="1385360"/>
                </a:lnTo>
                <a:lnTo>
                  <a:pt x="0" y="692680"/>
                </a:lnTo>
                <a:lnTo>
                  <a:pt x="692680" y="0"/>
                </a:lnTo>
                <a:close/>
              </a:path>
            </a:pathLst>
          </a:custGeom>
          <a:solidFill>
            <a:srgbClr val="0FF3FF"/>
          </a:solidFill>
          <a:ln>
            <a:noFill/>
          </a:ln>
        </p:spPr>
        <p:txBody>
          <a:bodyPr anchor="t">
            <a:normAutofit/>
          </a:bodyPr>
          <a:lstStyle/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  <p:bldP spid="5" grpId="0"/>
      <p:bldP spid="39" grpId="0"/>
      <p:bldP spid="42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569" y="0"/>
            <a:ext cx="13744938" cy="6872469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695099" y="2699725"/>
            <a:ext cx="7364096" cy="1741170"/>
            <a:chOff x="8638" y="1993"/>
            <a:chExt cx="11597" cy="2742"/>
          </a:xfrm>
        </p:grpSpPr>
        <p:sp>
          <p:nvSpPr>
            <p:cNvPr id="6" name="文本框 5"/>
            <p:cNvSpPr txBox="1"/>
            <p:nvPr/>
          </p:nvSpPr>
          <p:spPr>
            <a:xfrm>
              <a:off x="8638" y="1993"/>
              <a:ext cx="3062" cy="1598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vi-VN" altLang="vi-VN" dirty="0">
                  <a:latin typeface="Anton" pitchFamily="2" charset="0"/>
                  <a:ea typeface="Noto Sans"/>
                  <a:cs typeface="#9Slide03 Arima Madurai" panose="00000500000000000000" pitchFamily="2" charset="0"/>
                  <a:sym typeface="iekie jianheiti" panose="02000000000000000000" pitchFamily="2" charset="-128"/>
                </a:rPr>
                <a:t>02</a:t>
              </a:r>
              <a:endParaRPr lang="en-US" altLang="zh-CN" dirty="0">
                <a:latin typeface="Anton" pitchFamily="2" charset="0"/>
                <a:cs typeface="#9Slide03 Arima Madurai" panose="00000500000000000000" pitchFamily="2" charset="0"/>
                <a:sym typeface="iekie jianheiti" panose="02000000000000000000" pitchFamily="2" charset="-128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27" y="2235"/>
              <a:ext cx="9908" cy="2064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vi-VN" sz="40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Các </a:t>
              </a:r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thuật</a:t>
              </a:r>
              <a:r>
                <a:rPr lang="en-US" altLang="vi-VN" sz="40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toán</a:t>
              </a:r>
              <a:r>
                <a:rPr lang="en-US" altLang="vi-VN" sz="40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học</a:t>
              </a:r>
              <a:r>
                <a:rPr lang="en-US" altLang="vi-VN" sz="40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máy</a:t>
              </a:r>
              <a:endParaRPr lang="zh-CN" altLang="en-US" sz="4000" dirty="0">
                <a:solidFill>
                  <a:srgbClr val="0FF3FF"/>
                </a:solidFill>
                <a:latin typeface="Anton" pitchFamily="2" charset="0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1334" y="3473"/>
              <a:ext cx="6280" cy="1262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Những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thuật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toán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học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máy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được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sử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dụng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để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phát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hiện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gian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lận</a:t>
              </a:r>
              <a:endParaRPr lang="zh-CN" altLang="en-US" sz="1600" dirty="0">
                <a:solidFill>
                  <a:schemeClr val="bg1"/>
                </a:solidFill>
                <a:latin typeface="#9Slide03 Arima Madurai" panose="00000500000000000000" pitchFamily="2" charset="0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9" name="statistics-on-laptop_82095">
            <a:extLst>
              <a:ext uri="{FF2B5EF4-FFF2-40B4-BE49-F238E27FC236}">
                <a16:creationId xmlns:a16="http://schemas.microsoft.com/office/drawing/2014/main" id="{760423AD-B4C5-F9A1-ADAB-6DC70CAC9DBC}"/>
              </a:ext>
            </a:extLst>
          </p:cNvPr>
          <p:cNvSpPr>
            <a:spLocks noChangeAspect="1"/>
          </p:cNvSpPr>
          <p:nvPr/>
        </p:nvSpPr>
        <p:spPr bwMode="auto">
          <a:xfrm>
            <a:off x="-800372" y="6208330"/>
            <a:ext cx="388257" cy="305938"/>
          </a:xfrm>
          <a:custGeom>
            <a:avLst/>
            <a:gdLst>
              <a:gd name="connsiteX0" fmla="*/ 238459 w 328388"/>
              <a:gd name="connsiteY0" fmla="*/ 133350 h 258763"/>
              <a:gd name="connsiteX1" fmla="*/ 229503 w 328388"/>
              <a:gd name="connsiteY1" fmla="*/ 144992 h 258763"/>
              <a:gd name="connsiteX2" fmla="*/ 234621 w 328388"/>
              <a:gd name="connsiteY2" fmla="*/ 160514 h 258763"/>
              <a:gd name="connsiteX3" fmla="*/ 205193 w 328388"/>
              <a:gd name="connsiteY3" fmla="*/ 190265 h 258763"/>
              <a:gd name="connsiteX4" fmla="*/ 177045 w 328388"/>
              <a:gd name="connsiteY4" fmla="*/ 160514 h 258763"/>
              <a:gd name="connsiteX5" fmla="*/ 178324 w 328388"/>
              <a:gd name="connsiteY5" fmla="*/ 150166 h 258763"/>
              <a:gd name="connsiteX6" fmla="*/ 166808 w 328388"/>
              <a:gd name="connsiteY6" fmla="*/ 142405 h 258763"/>
              <a:gd name="connsiteX7" fmla="*/ 162970 w 328388"/>
              <a:gd name="connsiteY7" fmla="*/ 160514 h 258763"/>
              <a:gd name="connsiteX8" fmla="*/ 205193 w 328388"/>
              <a:gd name="connsiteY8" fmla="*/ 203200 h 258763"/>
              <a:gd name="connsiteX9" fmla="*/ 248695 w 328388"/>
              <a:gd name="connsiteY9" fmla="*/ 160514 h 258763"/>
              <a:gd name="connsiteX10" fmla="*/ 238459 w 328388"/>
              <a:gd name="connsiteY10" fmla="*/ 133350 h 258763"/>
              <a:gd name="connsiteX11" fmla="*/ 205629 w 328388"/>
              <a:gd name="connsiteY11" fmla="*/ 117475 h 258763"/>
              <a:gd name="connsiteX12" fmla="*/ 175670 w 328388"/>
              <a:gd name="connsiteY12" fmla="*/ 129084 h 258763"/>
              <a:gd name="connsiteX13" fmla="*/ 188696 w 328388"/>
              <a:gd name="connsiteY13" fmla="*/ 138113 h 258763"/>
              <a:gd name="connsiteX14" fmla="*/ 205629 w 328388"/>
              <a:gd name="connsiteY14" fmla="*/ 131664 h 258763"/>
              <a:gd name="connsiteX15" fmla="*/ 218655 w 328388"/>
              <a:gd name="connsiteY15" fmla="*/ 134244 h 258763"/>
              <a:gd name="connsiteX16" fmla="*/ 226470 w 328388"/>
              <a:gd name="connsiteY16" fmla="*/ 122635 h 258763"/>
              <a:gd name="connsiteX17" fmla="*/ 205629 w 328388"/>
              <a:gd name="connsiteY17" fmla="*/ 117475 h 258763"/>
              <a:gd name="connsiteX18" fmla="*/ 299177 w 328388"/>
              <a:gd name="connsiteY18" fmla="*/ 0 h 258763"/>
              <a:gd name="connsiteX19" fmla="*/ 312121 w 328388"/>
              <a:gd name="connsiteY19" fmla="*/ 2588 h 258763"/>
              <a:gd name="connsiteX20" fmla="*/ 325066 w 328388"/>
              <a:gd name="connsiteY20" fmla="*/ 41402 h 258763"/>
              <a:gd name="connsiteX21" fmla="*/ 299177 w 328388"/>
              <a:gd name="connsiteY21" fmla="*/ 58222 h 258763"/>
              <a:gd name="connsiteX22" fmla="*/ 292705 w 328388"/>
              <a:gd name="connsiteY22" fmla="*/ 56928 h 258763"/>
              <a:gd name="connsiteX23" fmla="*/ 247400 w 328388"/>
              <a:gd name="connsiteY23" fmla="*/ 119031 h 258763"/>
              <a:gd name="connsiteX24" fmla="*/ 262933 w 328388"/>
              <a:gd name="connsiteY24" fmla="*/ 159139 h 258763"/>
              <a:gd name="connsiteX25" fmla="*/ 251284 w 328388"/>
              <a:gd name="connsiteY25" fmla="*/ 195366 h 258763"/>
              <a:gd name="connsiteX26" fmla="*/ 275878 w 328388"/>
              <a:gd name="connsiteY26" fmla="*/ 217361 h 258763"/>
              <a:gd name="connsiteX27" fmla="*/ 304355 w 328388"/>
              <a:gd name="connsiteY27" fmla="*/ 244531 h 258763"/>
              <a:gd name="connsiteX28" fmla="*/ 305649 w 328388"/>
              <a:gd name="connsiteY28" fmla="*/ 256176 h 258763"/>
              <a:gd name="connsiteX29" fmla="*/ 299177 w 328388"/>
              <a:gd name="connsiteY29" fmla="*/ 258763 h 258763"/>
              <a:gd name="connsiteX30" fmla="*/ 294000 w 328388"/>
              <a:gd name="connsiteY30" fmla="*/ 256176 h 258763"/>
              <a:gd name="connsiteX31" fmla="*/ 240928 w 328388"/>
              <a:gd name="connsiteY31" fmla="*/ 205717 h 258763"/>
              <a:gd name="connsiteX32" fmla="*/ 204684 w 328388"/>
              <a:gd name="connsiteY32" fmla="*/ 217361 h 258763"/>
              <a:gd name="connsiteX33" fmla="*/ 146435 w 328388"/>
              <a:gd name="connsiteY33" fmla="*/ 159139 h 258763"/>
              <a:gd name="connsiteX34" fmla="*/ 154201 w 328388"/>
              <a:gd name="connsiteY34" fmla="*/ 131969 h 258763"/>
              <a:gd name="connsiteX35" fmla="*/ 119252 w 328388"/>
              <a:gd name="connsiteY35" fmla="*/ 107387 h 258763"/>
              <a:gd name="connsiteX36" fmla="*/ 98541 w 328388"/>
              <a:gd name="connsiteY36" fmla="*/ 116443 h 258763"/>
              <a:gd name="connsiteX37" fmla="*/ 85597 w 328388"/>
              <a:gd name="connsiteY37" fmla="*/ 113856 h 258763"/>
              <a:gd name="connsiteX38" fmla="*/ 49353 w 328388"/>
              <a:gd name="connsiteY38" fmla="*/ 160433 h 258763"/>
              <a:gd name="connsiteX39" fmla="*/ 54531 w 328388"/>
              <a:gd name="connsiteY39" fmla="*/ 194072 h 258763"/>
              <a:gd name="connsiteX40" fmla="*/ 28642 w 328388"/>
              <a:gd name="connsiteY40" fmla="*/ 209598 h 258763"/>
              <a:gd name="connsiteX41" fmla="*/ 15698 w 328388"/>
              <a:gd name="connsiteY41" fmla="*/ 207011 h 258763"/>
              <a:gd name="connsiteX42" fmla="*/ 2754 w 328388"/>
              <a:gd name="connsiteY42" fmla="*/ 168196 h 258763"/>
              <a:gd name="connsiteX43" fmla="*/ 28642 w 328388"/>
              <a:gd name="connsiteY43" fmla="*/ 151376 h 258763"/>
              <a:gd name="connsiteX44" fmla="*/ 36409 w 328388"/>
              <a:gd name="connsiteY44" fmla="*/ 152670 h 258763"/>
              <a:gd name="connsiteX45" fmla="*/ 73947 w 328388"/>
              <a:gd name="connsiteY45" fmla="*/ 103505 h 258763"/>
              <a:gd name="connsiteX46" fmla="*/ 72653 w 328388"/>
              <a:gd name="connsiteY46" fmla="*/ 75041 h 258763"/>
              <a:gd name="connsiteX47" fmla="*/ 98541 w 328388"/>
              <a:gd name="connsiteY47" fmla="*/ 58222 h 258763"/>
              <a:gd name="connsiteX48" fmla="*/ 111485 w 328388"/>
              <a:gd name="connsiteY48" fmla="*/ 62103 h 258763"/>
              <a:gd name="connsiteX49" fmla="*/ 125724 w 328388"/>
              <a:gd name="connsiteY49" fmla="*/ 94448 h 258763"/>
              <a:gd name="connsiteX50" fmla="*/ 163262 w 328388"/>
              <a:gd name="connsiteY50" fmla="*/ 119031 h 258763"/>
              <a:gd name="connsiteX51" fmla="*/ 204684 w 328388"/>
              <a:gd name="connsiteY51" fmla="*/ 100917 h 258763"/>
              <a:gd name="connsiteX52" fmla="*/ 234456 w 328388"/>
              <a:gd name="connsiteY52" fmla="*/ 109974 h 258763"/>
              <a:gd name="connsiteX53" fmla="*/ 279761 w 328388"/>
              <a:gd name="connsiteY53" fmla="*/ 49165 h 258763"/>
              <a:gd name="connsiteX54" fmla="*/ 273289 w 328388"/>
              <a:gd name="connsiteY54" fmla="*/ 15526 h 258763"/>
              <a:gd name="connsiteX55" fmla="*/ 299177 w 328388"/>
              <a:gd name="connsiteY55" fmla="*/ 0 h 25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28388" h="258762">
                <a:moveTo>
                  <a:pt x="238459" y="133350"/>
                </a:moveTo>
                <a:cubicBezTo>
                  <a:pt x="238459" y="133350"/>
                  <a:pt x="238459" y="133350"/>
                  <a:pt x="229503" y="144992"/>
                </a:cubicBezTo>
                <a:cubicBezTo>
                  <a:pt x="232062" y="148872"/>
                  <a:pt x="234621" y="155340"/>
                  <a:pt x="234621" y="160514"/>
                </a:cubicBezTo>
                <a:cubicBezTo>
                  <a:pt x="234621" y="177330"/>
                  <a:pt x="221826" y="190265"/>
                  <a:pt x="205193" y="190265"/>
                </a:cubicBezTo>
                <a:cubicBezTo>
                  <a:pt x="189839" y="190265"/>
                  <a:pt x="177045" y="177330"/>
                  <a:pt x="177045" y="160514"/>
                </a:cubicBezTo>
                <a:cubicBezTo>
                  <a:pt x="177045" y="156633"/>
                  <a:pt x="178324" y="154046"/>
                  <a:pt x="178324" y="150166"/>
                </a:cubicBezTo>
                <a:cubicBezTo>
                  <a:pt x="178324" y="150166"/>
                  <a:pt x="178324" y="150166"/>
                  <a:pt x="166808" y="142405"/>
                </a:cubicBezTo>
                <a:cubicBezTo>
                  <a:pt x="164249" y="147579"/>
                  <a:pt x="162970" y="154046"/>
                  <a:pt x="162970" y="160514"/>
                </a:cubicBezTo>
                <a:cubicBezTo>
                  <a:pt x="162970" y="185091"/>
                  <a:pt x="182162" y="203200"/>
                  <a:pt x="205193" y="203200"/>
                </a:cubicBezTo>
                <a:cubicBezTo>
                  <a:pt x="229503" y="203200"/>
                  <a:pt x="248695" y="185091"/>
                  <a:pt x="248695" y="160514"/>
                </a:cubicBezTo>
                <a:cubicBezTo>
                  <a:pt x="248695" y="150166"/>
                  <a:pt x="244857" y="141111"/>
                  <a:pt x="238459" y="133350"/>
                </a:cubicBezTo>
                <a:close/>
                <a:moveTo>
                  <a:pt x="205629" y="117475"/>
                </a:moveTo>
                <a:cubicBezTo>
                  <a:pt x="193906" y="117475"/>
                  <a:pt x="183486" y="122635"/>
                  <a:pt x="175670" y="129084"/>
                </a:cubicBezTo>
                <a:cubicBezTo>
                  <a:pt x="175670" y="129084"/>
                  <a:pt x="175670" y="129084"/>
                  <a:pt x="188696" y="138113"/>
                </a:cubicBezTo>
                <a:cubicBezTo>
                  <a:pt x="192604" y="134244"/>
                  <a:pt x="199116" y="131664"/>
                  <a:pt x="205629" y="131664"/>
                </a:cubicBezTo>
                <a:cubicBezTo>
                  <a:pt x="210839" y="131664"/>
                  <a:pt x="214747" y="132954"/>
                  <a:pt x="218655" y="134244"/>
                </a:cubicBezTo>
                <a:cubicBezTo>
                  <a:pt x="218655" y="134244"/>
                  <a:pt x="218655" y="134244"/>
                  <a:pt x="226470" y="122635"/>
                </a:cubicBezTo>
                <a:cubicBezTo>
                  <a:pt x="221260" y="120055"/>
                  <a:pt x="213445" y="117475"/>
                  <a:pt x="205629" y="117475"/>
                </a:cubicBezTo>
                <a:close/>
                <a:moveTo>
                  <a:pt x="299177" y="0"/>
                </a:moveTo>
                <a:cubicBezTo>
                  <a:pt x="304355" y="0"/>
                  <a:pt x="308238" y="1294"/>
                  <a:pt x="312121" y="2588"/>
                </a:cubicBezTo>
                <a:cubicBezTo>
                  <a:pt x="326360" y="10350"/>
                  <a:pt x="332832" y="27170"/>
                  <a:pt x="325066" y="41402"/>
                </a:cubicBezTo>
                <a:cubicBezTo>
                  <a:pt x="321182" y="51752"/>
                  <a:pt x="310827" y="58222"/>
                  <a:pt x="299177" y="58222"/>
                </a:cubicBezTo>
                <a:cubicBezTo>
                  <a:pt x="297883" y="58222"/>
                  <a:pt x="295294" y="56928"/>
                  <a:pt x="292705" y="56928"/>
                </a:cubicBezTo>
                <a:cubicBezTo>
                  <a:pt x="292705" y="56928"/>
                  <a:pt x="292705" y="56928"/>
                  <a:pt x="247400" y="119031"/>
                </a:cubicBezTo>
                <a:cubicBezTo>
                  <a:pt x="257756" y="129382"/>
                  <a:pt x="262933" y="143614"/>
                  <a:pt x="262933" y="159139"/>
                </a:cubicBezTo>
                <a:cubicBezTo>
                  <a:pt x="262933" y="173371"/>
                  <a:pt x="259050" y="185016"/>
                  <a:pt x="251284" y="195366"/>
                </a:cubicBezTo>
                <a:cubicBezTo>
                  <a:pt x="251284" y="195366"/>
                  <a:pt x="251284" y="195366"/>
                  <a:pt x="275878" y="217361"/>
                </a:cubicBezTo>
                <a:cubicBezTo>
                  <a:pt x="275878" y="217361"/>
                  <a:pt x="275878" y="217361"/>
                  <a:pt x="304355" y="244531"/>
                </a:cubicBezTo>
                <a:cubicBezTo>
                  <a:pt x="308238" y="248413"/>
                  <a:pt x="308238" y="252294"/>
                  <a:pt x="305649" y="256176"/>
                </a:cubicBezTo>
                <a:cubicBezTo>
                  <a:pt x="304355" y="257469"/>
                  <a:pt x="301766" y="258763"/>
                  <a:pt x="299177" y="258763"/>
                </a:cubicBezTo>
                <a:cubicBezTo>
                  <a:pt x="297883" y="258763"/>
                  <a:pt x="296588" y="257469"/>
                  <a:pt x="294000" y="256176"/>
                </a:cubicBezTo>
                <a:cubicBezTo>
                  <a:pt x="294000" y="256176"/>
                  <a:pt x="294000" y="256176"/>
                  <a:pt x="240928" y="205717"/>
                </a:cubicBezTo>
                <a:cubicBezTo>
                  <a:pt x="230573" y="213480"/>
                  <a:pt x="218923" y="217361"/>
                  <a:pt x="204684" y="217361"/>
                </a:cubicBezTo>
                <a:cubicBezTo>
                  <a:pt x="172323" y="217361"/>
                  <a:pt x="146435" y="191485"/>
                  <a:pt x="146435" y="159139"/>
                </a:cubicBezTo>
                <a:cubicBezTo>
                  <a:pt x="146435" y="150083"/>
                  <a:pt x="149024" y="139732"/>
                  <a:pt x="154201" y="131969"/>
                </a:cubicBezTo>
                <a:cubicBezTo>
                  <a:pt x="154201" y="131969"/>
                  <a:pt x="154201" y="131969"/>
                  <a:pt x="119252" y="107387"/>
                </a:cubicBezTo>
                <a:cubicBezTo>
                  <a:pt x="114074" y="113856"/>
                  <a:pt x="106308" y="116443"/>
                  <a:pt x="98541" y="116443"/>
                </a:cubicBezTo>
                <a:cubicBezTo>
                  <a:pt x="93363" y="116443"/>
                  <a:pt x="89480" y="115149"/>
                  <a:pt x="85597" y="113856"/>
                </a:cubicBezTo>
                <a:cubicBezTo>
                  <a:pt x="85597" y="113856"/>
                  <a:pt x="85597" y="113856"/>
                  <a:pt x="49353" y="160433"/>
                </a:cubicBezTo>
                <a:cubicBezTo>
                  <a:pt x="58414" y="168196"/>
                  <a:pt x="61003" y="182428"/>
                  <a:pt x="54531" y="194072"/>
                </a:cubicBezTo>
                <a:cubicBezTo>
                  <a:pt x="50648" y="203129"/>
                  <a:pt x="40292" y="209598"/>
                  <a:pt x="28642" y="209598"/>
                </a:cubicBezTo>
                <a:cubicBezTo>
                  <a:pt x="24759" y="209598"/>
                  <a:pt x="20876" y="208304"/>
                  <a:pt x="15698" y="207011"/>
                </a:cubicBezTo>
                <a:cubicBezTo>
                  <a:pt x="1459" y="199248"/>
                  <a:pt x="-3718" y="182428"/>
                  <a:pt x="2754" y="168196"/>
                </a:cubicBezTo>
                <a:cubicBezTo>
                  <a:pt x="7932" y="157846"/>
                  <a:pt x="18287" y="151376"/>
                  <a:pt x="28642" y="151376"/>
                </a:cubicBezTo>
                <a:cubicBezTo>
                  <a:pt x="31231" y="151376"/>
                  <a:pt x="33820" y="152670"/>
                  <a:pt x="36409" y="152670"/>
                </a:cubicBezTo>
                <a:cubicBezTo>
                  <a:pt x="36409" y="152670"/>
                  <a:pt x="36409" y="152670"/>
                  <a:pt x="73947" y="103505"/>
                </a:cubicBezTo>
                <a:cubicBezTo>
                  <a:pt x="68769" y="95742"/>
                  <a:pt x="67475" y="84098"/>
                  <a:pt x="72653" y="75041"/>
                </a:cubicBezTo>
                <a:cubicBezTo>
                  <a:pt x="76536" y="64691"/>
                  <a:pt x="86891" y="58222"/>
                  <a:pt x="98541" y="58222"/>
                </a:cubicBezTo>
                <a:cubicBezTo>
                  <a:pt x="102424" y="58222"/>
                  <a:pt x="106308" y="59515"/>
                  <a:pt x="111485" y="62103"/>
                </a:cubicBezTo>
                <a:cubicBezTo>
                  <a:pt x="123135" y="67278"/>
                  <a:pt x="129607" y="81510"/>
                  <a:pt x="125724" y="94448"/>
                </a:cubicBezTo>
                <a:cubicBezTo>
                  <a:pt x="125724" y="94448"/>
                  <a:pt x="125724" y="94448"/>
                  <a:pt x="163262" y="119031"/>
                </a:cubicBezTo>
                <a:cubicBezTo>
                  <a:pt x="173618" y="108680"/>
                  <a:pt x="187857" y="100917"/>
                  <a:pt x="204684" y="100917"/>
                </a:cubicBezTo>
                <a:cubicBezTo>
                  <a:pt x="216334" y="100917"/>
                  <a:pt x="226690" y="104799"/>
                  <a:pt x="234456" y="109974"/>
                </a:cubicBezTo>
                <a:cubicBezTo>
                  <a:pt x="234456" y="109974"/>
                  <a:pt x="234456" y="109974"/>
                  <a:pt x="279761" y="49165"/>
                </a:cubicBezTo>
                <a:cubicBezTo>
                  <a:pt x="270700" y="41402"/>
                  <a:pt x="268111" y="27170"/>
                  <a:pt x="273289" y="15526"/>
                </a:cubicBezTo>
                <a:cubicBezTo>
                  <a:pt x="278466" y="6469"/>
                  <a:pt x="288822" y="0"/>
                  <a:pt x="2991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pic>
        <p:nvPicPr>
          <p:cNvPr id="10" name="图片 63">
            <a:extLst>
              <a:ext uri="{FF2B5EF4-FFF2-40B4-BE49-F238E27FC236}">
                <a16:creationId xmlns:a16="http://schemas.microsoft.com/office/drawing/2014/main" id="{635AE1C4-E839-E0B6-4079-2AF005065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0372" y="4532572"/>
            <a:ext cx="4240883" cy="2120442"/>
          </a:xfrm>
          <a:prstGeom prst="rect">
            <a:avLst/>
          </a:prstGeom>
        </p:spPr>
      </p:pic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1"/>
          <p:cNvSpPr/>
          <p:nvPr/>
        </p:nvSpPr>
        <p:spPr>
          <a:xfrm>
            <a:off x="0" y="3445128"/>
            <a:ext cx="12192000" cy="1347474"/>
          </a:xfrm>
          <a:custGeom>
            <a:avLst/>
            <a:gdLst>
              <a:gd name="connsiteX0" fmla="*/ 0 w 10898372"/>
              <a:gd name="connsiteY0" fmla="*/ 209517 h 1347474"/>
              <a:gd name="connsiteX1" fmla="*/ 2392326 w 10898372"/>
              <a:gd name="connsiteY1" fmla="*/ 1347201 h 1347474"/>
              <a:gd name="connsiteX2" fmla="*/ 4433777 w 10898372"/>
              <a:gd name="connsiteY2" fmla="*/ 326475 h 1347474"/>
              <a:gd name="connsiteX3" fmla="*/ 6996223 w 10898372"/>
              <a:gd name="connsiteY3" fmla="*/ 1272773 h 1347474"/>
              <a:gd name="connsiteX4" fmla="*/ 9399181 w 10898372"/>
              <a:gd name="connsiteY4" fmla="*/ 18131 h 1347474"/>
              <a:gd name="connsiteX5" fmla="*/ 10898372 w 10898372"/>
              <a:gd name="connsiteY5" fmla="*/ 645452 h 134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98372" h="1347474">
                <a:moveTo>
                  <a:pt x="0" y="209517"/>
                </a:moveTo>
                <a:cubicBezTo>
                  <a:pt x="826681" y="768612"/>
                  <a:pt x="1653363" y="1327708"/>
                  <a:pt x="2392326" y="1347201"/>
                </a:cubicBezTo>
                <a:cubicBezTo>
                  <a:pt x="3131289" y="1366694"/>
                  <a:pt x="3666461" y="338880"/>
                  <a:pt x="4433777" y="326475"/>
                </a:cubicBezTo>
                <a:cubicBezTo>
                  <a:pt x="5201093" y="314070"/>
                  <a:pt x="6168656" y="1324164"/>
                  <a:pt x="6996223" y="1272773"/>
                </a:cubicBezTo>
                <a:cubicBezTo>
                  <a:pt x="7823790" y="1221382"/>
                  <a:pt x="8748823" y="122684"/>
                  <a:pt x="9399181" y="18131"/>
                </a:cubicBezTo>
                <a:cubicBezTo>
                  <a:pt x="10049539" y="-86422"/>
                  <a:pt x="10473955" y="279515"/>
                  <a:pt x="10898372" y="645452"/>
                </a:cubicBezTo>
              </a:path>
            </a:pathLst>
          </a:custGeom>
          <a:noFill/>
          <a:ln>
            <a:solidFill>
              <a:srgbClr val="6AE7FF">
                <a:alpha val="61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991832" y="4344544"/>
            <a:ext cx="914400" cy="914400"/>
            <a:chOff x="1991832" y="3742659"/>
            <a:chExt cx="914400" cy="914400"/>
          </a:xfrm>
        </p:grpSpPr>
        <p:sp>
          <p:nvSpPr>
            <p:cNvPr id="12" name="椭圆 11"/>
            <p:cNvSpPr/>
            <p:nvPr/>
          </p:nvSpPr>
          <p:spPr>
            <a:xfrm>
              <a:off x="1991832" y="3742659"/>
              <a:ext cx="914400" cy="914400"/>
            </a:xfrm>
            <a:prstGeom prst="ellipse">
              <a:avLst/>
            </a:prstGeom>
            <a:solidFill>
              <a:srgbClr val="6A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3" name="statistics-on-laptop_82095"/>
            <p:cNvSpPr>
              <a:spLocks noChangeAspect="1"/>
            </p:cNvSpPr>
            <p:nvPr/>
          </p:nvSpPr>
          <p:spPr bwMode="auto">
            <a:xfrm>
              <a:off x="2254903" y="3999630"/>
              <a:ext cx="388257" cy="388257"/>
            </a:xfrm>
            <a:custGeom>
              <a:avLst/>
              <a:gdLst>
                <a:gd name="connsiteX0" fmla="*/ 211137 w 331788"/>
                <a:gd name="connsiteY0" fmla="*/ 211138 h 331788"/>
                <a:gd name="connsiteX1" fmla="*/ 211137 w 331788"/>
                <a:gd name="connsiteY1" fmla="*/ 314326 h 331788"/>
                <a:gd name="connsiteX2" fmla="*/ 314325 w 331788"/>
                <a:gd name="connsiteY2" fmla="*/ 211138 h 331788"/>
                <a:gd name="connsiteX3" fmla="*/ 211137 w 331788"/>
                <a:gd name="connsiteY3" fmla="*/ 211138 h 331788"/>
                <a:gd name="connsiteX4" fmla="*/ 203047 w 331788"/>
                <a:gd name="connsiteY4" fmla="*/ 195263 h 331788"/>
                <a:gd name="connsiteX5" fmla="*/ 323713 w 331788"/>
                <a:gd name="connsiteY5" fmla="*/ 195263 h 331788"/>
                <a:gd name="connsiteX6" fmla="*/ 328903 w 331788"/>
                <a:gd name="connsiteY6" fmla="*/ 197858 h 331788"/>
                <a:gd name="connsiteX7" fmla="*/ 330200 w 331788"/>
                <a:gd name="connsiteY7" fmla="*/ 204345 h 331788"/>
                <a:gd name="connsiteX8" fmla="*/ 204344 w 331788"/>
                <a:gd name="connsiteY8" fmla="*/ 330201 h 331788"/>
                <a:gd name="connsiteX9" fmla="*/ 203047 w 331788"/>
                <a:gd name="connsiteY9" fmla="*/ 330201 h 331788"/>
                <a:gd name="connsiteX10" fmla="*/ 197857 w 331788"/>
                <a:gd name="connsiteY10" fmla="*/ 328904 h 331788"/>
                <a:gd name="connsiteX11" fmla="*/ 195262 w 331788"/>
                <a:gd name="connsiteY11" fmla="*/ 323714 h 331788"/>
                <a:gd name="connsiteX12" fmla="*/ 195262 w 331788"/>
                <a:gd name="connsiteY12" fmla="*/ 203048 h 331788"/>
                <a:gd name="connsiteX13" fmla="*/ 203047 w 331788"/>
                <a:gd name="connsiteY13" fmla="*/ 195263 h 331788"/>
                <a:gd name="connsiteX14" fmla="*/ 165894 w 331788"/>
                <a:gd name="connsiteY14" fmla="*/ 0 h 331788"/>
                <a:gd name="connsiteX15" fmla="*/ 331788 w 331788"/>
                <a:gd name="connsiteY15" fmla="*/ 165894 h 331788"/>
                <a:gd name="connsiteX16" fmla="*/ 316236 w 331788"/>
                <a:gd name="connsiteY16" fmla="*/ 181446 h 331788"/>
                <a:gd name="connsiteX17" fmla="*/ 181446 w 331788"/>
                <a:gd name="connsiteY17" fmla="*/ 181446 h 331788"/>
                <a:gd name="connsiteX18" fmla="*/ 181446 w 331788"/>
                <a:gd name="connsiteY18" fmla="*/ 316236 h 331788"/>
                <a:gd name="connsiteX19" fmla="*/ 165894 w 331788"/>
                <a:gd name="connsiteY19" fmla="*/ 331788 h 331788"/>
                <a:gd name="connsiteX20" fmla="*/ 0 w 331788"/>
                <a:gd name="connsiteY20" fmla="*/ 165894 h 331788"/>
                <a:gd name="connsiteX21" fmla="*/ 165894 w 331788"/>
                <a:gd name="connsiteY21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1788" h="331788">
                  <a:moveTo>
                    <a:pt x="211137" y="211138"/>
                  </a:moveTo>
                  <a:cubicBezTo>
                    <a:pt x="211137" y="211138"/>
                    <a:pt x="211137" y="211138"/>
                    <a:pt x="211137" y="314326"/>
                  </a:cubicBezTo>
                  <a:cubicBezTo>
                    <a:pt x="262731" y="305297"/>
                    <a:pt x="305296" y="262732"/>
                    <a:pt x="314325" y="211138"/>
                  </a:cubicBezTo>
                  <a:cubicBezTo>
                    <a:pt x="314325" y="211138"/>
                    <a:pt x="314325" y="211138"/>
                    <a:pt x="211137" y="211138"/>
                  </a:cubicBezTo>
                  <a:close/>
                  <a:moveTo>
                    <a:pt x="203047" y="195263"/>
                  </a:moveTo>
                  <a:cubicBezTo>
                    <a:pt x="203047" y="195263"/>
                    <a:pt x="203047" y="195263"/>
                    <a:pt x="323713" y="195263"/>
                  </a:cubicBezTo>
                  <a:cubicBezTo>
                    <a:pt x="325010" y="195263"/>
                    <a:pt x="327605" y="196560"/>
                    <a:pt x="328903" y="197858"/>
                  </a:cubicBezTo>
                  <a:cubicBezTo>
                    <a:pt x="330200" y="199155"/>
                    <a:pt x="330200" y="201750"/>
                    <a:pt x="330200" y="204345"/>
                  </a:cubicBezTo>
                  <a:cubicBezTo>
                    <a:pt x="323713" y="270517"/>
                    <a:pt x="270516" y="323714"/>
                    <a:pt x="204344" y="330201"/>
                  </a:cubicBezTo>
                  <a:cubicBezTo>
                    <a:pt x="204344" y="330201"/>
                    <a:pt x="203047" y="330201"/>
                    <a:pt x="203047" y="330201"/>
                  </a:cubicBezTo>
                  <a:cubicBezTo>
                    <a:pt x="201749" y="330201"/>
                    <a:pt x="199154" y="330201"/>
                    <a:pt x="197857" y="328904"/>
                  </a:cubicBezTo>
                  <a:cubicBezTo>
                    <a:pt x="196559" y="327606"/>
                    <a:pt x="195262" y="325011"/>
                    <a:pt x="195262" y="323714"/>
                  </a:cubicBezTo>
                  <a:cubicBezTo>
                    <a:pt x="195262" y="323714"/>
                    <a:pt x="195262" y="323714"/>
                    <a:pt x="195262" y="203048"/>
                  </a:cubicBezTo>
                  <a:cubicBezTo>
                    <a:pt x="195262" y="199155"/>
                    <a:pt x="199154" y="195263"/>
                    <a:pt x="203047" y="195263"/>
                  </a:cubicBezTo>
                  <a:close/>
                  <a:moveTo>
                    <a:pt x="165894" y="0"/>
                  </a:moveTo>
                  <a:cubicBezTo>
                    <a:pt x="257914" y="0"/>
                    <a:pt x="331788" y="73874"/>
                    <a:pt x="331788" y="165894"/>
                  </a:cubicBezTo>
                  <a:cubicBezTo>
                    <a:pt x="331788" y="173670"/>
                    <a:pt x="325308" y="181446"/>
                    <a:pt x="316236" y="181446"/>
                  </a:cubicBezTo>
                  <a:cubicBezTo>
                    <a:pt x="316236" y="181446"/>
                    <a:pt x="316236" y="181446"/>
                    <a:pt x="181446" y="181446"/>
                  </a:cubicBezTo>
                  <a:cubicBezTo>
                    <a:pt x="181446" y="181446"/>
                    <a:pt x="181446" y="181446"/>
                    <a:pt x="181446" y="316236"/>
                  </a:cubicBezTo>
                  <a:cubicBezTo>
                    <a:pt x="181446" y="325308"/>
                    <a:pt x="173670" y="331788"/>
                    <a:pt x="165894" y="331788"/>
                  </a:cubicBezTo>
                  <a:cubicBezTo>
                    <a:pt x="73874" y="331788"/>
                    <a:pt x="0" y="257914"/>
                    <a:pt x="0" y="165894"/>
                  </a:cubicBezTo>
                  <a:cubicBezTo>
                    <a:pt x="0" y="73874"/>
                    <a:pt x="73874" y="0"/>
                    <a:pt x="1658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23144" y="3341472"/>
            <a:ext cx="914400" cy="914400"/>
            <a:chOff x="4423144" y="2739587"/>
            <a:chExt cx="914400" cy="914400"/>
          </a:xfrm>
        </p:grpSpPr>
        <p:sp>
          <p:nvSpPr>
            <p:cNvPr id="15" name="椭圆 14"/>
            <p:cNvSpPr/>
            <p:nvPr/>
          </p:nvSpPr>
          <p:spPr>
            <a:xfrm>
              <a:off x="4423144" y="2739587"/>
              <a:ext cx="914400" cy="914400"/>
            </a:xfrm>
            <a:prstGeom prst="ellipse">
              <a:avLst/>
            </a:prstGeom>
            <a:solidFill>
              <a:srgbClr val="377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6" name="statistics-on-laptop_82095"/>
            <p:cNvSpPr>
              <a:spLocks noChangeAspect="1"/>
            </p:cNvSpPr>
            <p:nvPr/>
          </p:nvSpPr>
          <p:spPr bwMode="auto">
            <a:xfrm>
              <a:off x="4731947" y="3002658"/>
              <a:ext cx="296793" cy="388257"/>
            </a:xfrm>
            <a:custGeom>
              <a:avLst/>
              <a:gdLst>
                <a:gd name="connsiteX0" fmla="*/ 50800 w 252413"/>
                <a:gd name="connsiteY0" fmla="*/ 263525 h 330200"/>
                <a:gd name="connsiteX1" fmla="*/ 201613 w 252413"/>
                <a:gd name="connsiteY1" fmla="*/ 263525 h 330200"/>
                <a:gd name="connsiteX2" fmla="*/ 201613 w 252413"/>
                <a:gd name="connsiteY2" fmla="*/ 284163 h 330200"/>
                <a:gd name="connsiteX3" fmla="*/ 50800 w 252413"/>
                <a:gd name="connsiteY3" fmla="*/ 284163 h 330200"/>
                <a:gd name="connsiteX4" fmla="*/ 50800 w 252413"/>
                <a:gd name="connsiteY4" fmla="*/ 211137 h 330200"/>
                <a:gd name="connsiteX5" fmla="*/ 201613 w 252413"/>
                <a:gd name="connsiteY5" fmla="*/ 211137 h 330200"/>
                <a:gd name="connsiteX6" fmla="*/ 201613 w 252413"/>
                <a:gd name="connsiteY6" fmla="*/ 231775 h 330200"/>
                <a:gd name="connsiteX7" fmla="*/ 50800 w 252413"/>
                <a:gd name="connsiteY7" fmla="*/ 231775 h 330200"/>
                <a:gd name="connsiteX8" fmla="*/ 50800 w 252413"/>
                <a:gd name="connsiteY8" fmla="*/ 160337 h 330200"/>
                <a:gd name="connsiteX9" fmla="*/ 201613 w 252413"/>
                <a:gd name="connsiteY9" fmla="*/ 160337 h 330200"/>
                <a:gd name="connsiteX10" fmla="*/ 201613 w 252413"/>
                <a:gd name="connsiteY10" fmla="*/ 180975 h 330200"/>
                <a:gd name="connsiteX11" fmla="*/ 50800 w 252413"/>
                <a:gd name="connsiteY11" fmla="*/ 180975 h 330200"/>
                <a:gd name="connsiteX12" fmla="*/ 50800 w 252413"/>
                <a:gd name="connsiteY12" fmla="*/ 107950 h 330200"/>
                <a:gd name="connsiteX13" fmla="*/ 115888 w 252413"/>
                <a:gd name="connsiteY13" fmla="*/ 107950 h 330200"/>
                <a:gd name="connsiteX14" fmla="*/ 115888 w 252413"/>
                <a:gd name="connsiteY14" fmla="*/ 128588 h 330200"/>
                <a:gd name="connsiteX15" fmla="*/ 50800 w 252413"/>
                <a:gd name="connsiteY15" fmla="*/ 128588 h 330200"/>
                <a:gd name="connsiteX16" fmla="*/ 50800 w 252413"/>
                <a:gd name="connsiteY16" fmla="*/ 55562 h 330200"/>
                <a:gd name="connsiteX17" fmla="*/ 115888 w 252413"/>
                <a:gd name="connsiteY17" fmla="*/ 55562 h 330200"/>
                <a:gd name="connsiteX18" fmla="*/ 115888 w 252413"/>
                <a:gd name="connsiteY18" fmla="*/ 76200 h 330200"/>
                <a:gd name="connsiteX19" fmla="*/ 50800 w 252413"/>
                <a:gd name="connsiteY19" fmla="*/ 76200 h 330200"/>
                <a:gd name="connsiteX20" fmla="*/ 166688 w 252413"/>
                <a:gd name="connsiteY20" fmla="*/ 26987 h 330200"/>
                <a:gd name="connsiteX21" fmla="*/ 166688 w 252413"/>
                <a:gd name="connsiteY21" fmla="*/ 74612 h 330200"/>
                <a:gd name="connsiteX22" fmla="*/ 215901 w 252413"/>
                <a:gd name="connsiteY22" fmla="*/ 74612 h 330200"/>
                <a:gd name="connsiteX23" fmla="*/ 22225 w 252413"/>
                <a:gd name="connsiteY23" fmla="*/ 20637 h 330200"/>
                <a:gd name="connsiteX24" fmla="*/ 22225 w 252413"/>
                <a:gd name="connsiteY24" fmla="*/ 309562 h 330200"/>
                <a:gd name="connsiteX25" fmla="*/ 231775 w 252413"/>
                <a:gd name="connsiteY25" fmla="*/ 309562 h 330200"/>
                <a:gd name="connsiteX26" fmla="*/ 231775 w 252413"/>
                <a:gd name="connsiteY26" fmla="*/ 95250 h 330200"/>
                <a:gd name="connsiteX27" fmla="*/ 146050 w 252413"/>
                <a:gd name="connsiteY27" fmla="*/ 95250 h 330200"/>
                <a:gd name="connsiteX28" fmla="*/ 146050 w 252413"/>
                <a:gd name="connsiteY28" fmla="*/ 20637 h 330200"/>
                <a:gd name="connsiteX29" fmla="*/ 0 w 252413"/>
                <a:gd name="connsiteY29" fmla="*/ 0 h 330200"/>
                <a:gd name="connsiteX30" fmla="*/ 168275 w 252413"/>
                <a:gd name="connsiteY30" fmla="*/ 0 h 330200"/>
                <a:gd name="connsiteX31" fmla="*/ 252413 w 252413"/>
                <a:gd name="connsiteY31" fmla="*/ 82550 h 330200"/>
                <a:gd name="connsiteX32" fmla="*/ 252413 w 252413"/>
                <a:gd name="connsiteY32" fmla="*/ 330200 h 330200"/>
                <a:gd name="connsiteX33" fmla="*/ 0 w 252413"/>
                <a:gd name="connsiteY33" fmla="*/ 33020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2412" h="330200">
                  <a:moveTo>
                    <a:pt x="50800" y="263525"/>
                  </a:moveTo>
                  <a:lnTo>
                    <a:pt x="201613" y="263525"/>
                  </a:lnTo>
                  <a:lnTo>
                    <a:pt x="201613" y="284163"/>
                  </a:lnTo>
                  <a:lnTo>
                    <a:pt x="50800" y="284163"/>
                  </a:lnTo>
                  <a:close/>
                  <a:moveTo>
                    <a:pt x="50800" y="211137"/>
                  </a:moveTo>
                  <a:lnTo>
                    <a:pt x="201613" y="211137"/>
                  </a:lnTo>
                  <a:lnTo>
                    <a:pt x="201613" y="231775"/>
                  </a:lnTo>
                  <a:lnTo>
                    <a:pt x="50800" y="231775"/>
                  </a:lnTo>
                  <a:close/>
                  <a:moveTo>
                    <a:pt x="50800" y="160337"/>
                  </a:moveTo>
                  <a:lnTo>
                    <a:pt x="201613" y="160337"/>
                  </a:lnTo>
                  <a:lnTo>
                    <a:pt x="201613" y="180975"/>
                  </a:lnTo>
                  <a:lnTo>
                    <a:pt x="50800" y="180975"/>
                  </a:lnTo>
                  <a:close/>
                  <a:moveTo>
                    <a:pt x="50800" y="107950"/>
                  </a:moveTo>
                  <a:lnTo>
                    <a:pt x="115888" y="107950"/>
                  </a:lnTo>
                  <a:lnTo>
                    <a:pt x="115888" y="128588"/>
                  </a:lnTo>
                  <a:lnTo>
                    <a:pt x="50800" y="128588"/>
                  </a:lnTo>
                  <a:close/>
                  <a:moveTo>
                    <a:pt x="50800" y="55562"/>
                  </a:moveTo>
                  <a:lnTo>
                    <a:pt x="115888" y="55562"/>
                  </a:lnTo>
                  <a:lnTo>
                    <a:pt x="115888" y="76200"/>
                  </a:lnTo>
                  <a:lnTo>
                    <a:pt x="50800" y="76200"/>
                  </a:lnTo>
                  <a:close/>
                  <a:moveTo>
                    <a:pt x="166688" y="26987"/>
                  </a:moveTo>
                  <a:lnTo>
                    <a:pt x="166688" y="74612"/>
                  </a:lnTo>
                  <a:lnTo>
                    <a:pt x="215901" y="74612"/>
                  </a:lnTo>
                  <a:close/>
                  <a:moveTo>
                    <a:pt x="22225" y="20637"/>
                  </a:moveTo>
                  <a:lnTo>
                    <a:pt x="22225" y="309562"/>
                  </a:lnTo>
                  <a:lnTo>
                    <a:pt x="231775" y="309562"/>
                  </a:lnTo>
                  <a:lnTo>
                    <a:pt x="231775" y="95250"/>
                  </a:lnTo>
                  <a:lnTo>
                    <a:pt x="146050" y="95250"/>
                  </a:lnTo>
                  <a:lnTo>
                    <a:pt x="146050" y="20637"/>
                  </a:lnTo>
                  <a:close/>
                  <a:moveTo>
                    <a:pt x="0" y="0"/>
                  </a:moveTo>
                  <a:lnTo>
                    <a:pt x="168275" y="0"/>
                  </a:lnTo>
                  <a:lnTo>
                    <a:pt x="252413" y="82550"/>
                  </a:lnTo>
                  <a:lnTo>
                    <a:pt x="252413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854456" y="4309033"/>
            <a:ext cx="914400" cy="914400"/>
            <a:chOff x="6854456" y="3707148"/>
            <a:chExt cx="914400" cy="914400"/>
          </a:xfrm>
        </p:grpSpPr>
        <p:sp>
          <p:nvSpPr>
            <p:cNvPr id="18" name="椭圆 17"/>
            <p:cNvSpPr/>
            <p:nvPr/>
          </p:nvSpPr>
          <p:spPr>
            <a:xfrm>
              <a:off x="6854456" y="3707148"/>
              <a:ext cx="914400" cy="914400"/>
            </a:xfrm>
            <a:prstGeom prst="ellipse">
              <a:avLst/>
            </a:prstGeom>
            <a:solidFill>
              <a:srgbClr val="6A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9" name="statistics-on-laptop_82095"/>
            <p:cNvSpPr>
              <a:spLocks noChangeAspect="1"/>
            </p:cNvSpPr>
            <p:nvPr/>
          </p:nvSpPr>
          <p:spPr bwMode="auto">
            <a:xfrm>
              <a:off x="7117527" y="4022204"/>
              <a:ext cx="388257" cy="280510"/>
            </a:xfrm>
            <a:custGeom>
              <a:avLst/>
              <a:gdLst>
                <a:gd name="connsiteX0" fmla="*/ 15875 w 331788"/>
                <a:gd name="connsiteY0" fmla="*/ 19464 h 239713"/>
                <a:gd name="connsiteX1" fmla="*/ 15875 w 331788"/>
                <a:gd name="connsiteY1" fmla="*/ 206376 h 239713"/>
                <a:gd name="connsiteX2" fmla="*/ 107950 w 331788"/>
                <a:gd name="connsiteY2" fmla="*/ 112713 h 239713"/>
                <a:gd name="connsiteX3" fmla="*/ 119063 w 331788"/>
                <a:gd name="connsiteY3" fmla="*/ 125413 h 239713"/>
                <a:gd name="connsiteX4" fmla="*/ 17463 w 331788"/>
                <a:gd name="connsiteY4" fmla="*/ 223838 h 239713"/>
                <a:gd name="connsiteX5" fmla="*/ 312738 w 331788"/>
                <a:gd name="connsiteY5" fmla="*/ 223838 h 239713"/>
                <a:gd name="connsiteX6" fmla="*/ 212725 w 331788"/>
                <a:gd name="connsiteY6" fmla="*/ 125413 h 239713"/>
                <a:gd name="connsiteX7" fmla="*/ 220844 w 331788"/>
                <a:gd name="connsiteY7" fmla="*/ 114588 h 239713"/>
                <a:gd name="connsiteX8" fmla="*/ 222484 w 331788"/>
                <a:gd name="connsiteY8" fmla="*/ 112947 h 239713"/>
                <a:gd name="connsiteX9" fmla="*/ 315913 w 331788"/>
                <a:gd name="connsiteY9" fmla="*/ 206376 h 239713"/>
                <a:gd name="connsiteX10" fmla="*/ 315913 w 331788"/>
                <a:gd name="connsiteY10" fmla="*/ 19464 h 239713"/>
                <a:gd name="connsiteX11" fmla="*/ 254806 w 331788"/>
                <a:gd name="connsiteY11" fmla="*/ 80606 h 239713"/>
                <a:gd name="connsiteX12" fmla="*/ 222484 w 331788"/>
                <a:gd name="connsiteY12" fmla="*/ 112947 h 239713"/>
                <a:gd name="connsiteX13" fmla="*/ 222250 w 331788"/>
                <a:gd name="connsiteY13" fmla="*/ 112713 h 239713"/>
                <a:gd name="connsiteX14" fmla="*/ 220844 w 331788"/>
                <a:gd name="connsiteY14" fmla="*/ 114588 h 239713"/>
                <a:gd name="connsiteX15" fmla="*/ 218878 w 331788"/>
                <a:gd name="connsiteY15" fmla="*/ 116556 h 239713"/>
                <a:gd name="connsiteX16" fmla="*/ 171067 w 331788"/>
                <a:gd name="connsiteY16" fmla="*/ 164394 h 239713"/>
                <a:gd name="connsiteX17" fmla="*/ 160721 w 331788"/>
                <a:gd name="connsiteY17" fmla="*/ 164394 h 239713"/>
                <a:gd name="connsiteX18" fmla="*/ 15875 w 331788"/>
                <a:gd name="connsiteY18" fmla="*/ 19464 h 239713"/>
                <a:gd name="connsiteX19" fmla="*/ 30101 w 331788"/>
                <a:gd name="connsiteY19" fmla="*/ 14288 h 239713"/>
                <a:gd name="connsiteX20" fmla="*/ 165894 w 331788"/>
                <a:gd name="connsiteY20" fmla="*/ 148866 h 239713"/>
                <a:gd name="connsiteX21" fmla="*/ 301687 w 331788"/>
                <a:gd name="connsiteY21" fmla="*/ 14288 h 239713"/>
                <a:gd name="connsiteX22" fmla="*/ 7776 w 331788"/>
                <a:gd name="connsiteY22" fmla="*/ 0 h 239713"/>
                <a:gd name="connsiteX23" fmla="*/ 324012 w 331788"/>
                <a:gd name="connsiteY23" fmla="*/ 0 h 239713"/>
                <a:gd name="connsiteX24" fmla="*/ 331788 w 331788"/>
                <a:gd name="connsiteY24" fmla="*/ 7733 h 239713"/>
                <a:gd name="connsiteX25" fmla="*/ 331788 w 331788"/>
                <a:gd name="connsiteY25" fmla="*/ 231980 h 239713"/>
                <a:gd name="connsiteX26" fmla="*/ 324012 w 331788"/>
                <a:gd name="connsiteY26" fmla="*/ 239713 h 239713"/>
                <a:gd name="connsiteX27" fmla="*/ 7776 w 331788"/>
                <a:gd name="connsiteY27" fmla="*/ 239713 h 239713"/>
                <a:gd name="connsiteX28" fmla="*/ 0 w 331788"/>
                <a:gd name="connsiteY28" fmla="*/ 231980 h 239713"/>
                <a:gd name="connsiteX29" fmla="*/ 0 w 331788"/>
                <a:gd name="connsiteY29" fmla="*/ 7733 h 239713"/>
                <a:gd name="connsiteX30" fmla="*/ 7776 w 331788"/>
                <a:gd name="connsiteY30" fmla="*/ 0 h 23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31788" h="239712">
                  <a:moveTo>
                    <a:pt x="15875" y="19464"/>
                  </a:moveTo>
                  <a:lnTo>
                    <a:pt x="15875" y="206376"/>
                  </a:lnTo>
                  <a:lnTo>
                    <a:pt x="107950" y="112713"/>
                  </a:lnTo>
                  <a:lnTo>
                    <a:pt x="119063" y="125413"/>
                  </a:lnTo>
                  <a:lnTo>
                    <a:pt x="17463" y="223838"/>
                  </a:lnTo>
                  <a:lnTo>
                    <a:pt x="312738" y="223838"/>
                  </a:lnTo>
                  <a:lnTo>
                    <a:pt x="212725" y="125413"/>
                  </a:lnTo>
                  <a:lnTo>
                    <a:pt x="220844" y="114588"/>
                  </a:lnTo>
                  <a:lnTo>
                    <a:pt x="222484" y="112947"/>
                  </a:lnTo>
                  <a:lnTo>
                    <a:pt x="315913" y="206376"/>
                  </a:lnTo>
                  <a:lnTo>
                    <a:pt x="315913" y="19464"/>
                  </a:lnTo>
                  <a:cubicBezTo>
                    <a:pt x="315913" y="19464"/>
                    <a:pt x="315913" y="19464"/>
                    <a:pt x="254806" y="80606"/>
                  </a:cubicBezTo>
                  <a:lnTo>
                    <a:pt x="222484" y="112947"/>
                  </a:lnTo>
                  <a:lnTo>
                    <a:pt x="222250" y="112713"/>
                  </a:lnTo>
                  <a:lnTo>
                    <a:pt x="220844" y="114588"/>
                  </a:lnTo>
                  <a:lnTo>
                    <a:pt x="218878" y="116556"/>
                  </a:lnTo>
                  <a:cubicBezTo>
                    <a:pt x="205015" y="130426"/>
                    <a:pt x="189173" y="146278"/>
                    <a:pt x="171067" y="164394"/>
                  </a:cubicBezTo>
                  <a:cubicBezTo>
                    <a:pt x="168481" y="168276"/>
                    <a:pt x="163308" y="168276"/>
                    <a:pt x="160721" y="164394"/>
                  </a:cubicBezTo>
                  <a:cubicBezTo>
                    <a:pt x="160721" y="164394"/>
                    <a:pt x="160721" y="164394"/>
                    <a:pt x="15875" y="19464"/>
                  </a:cubicBezTo>
                  <a:close/>
                  <a:moveTo>
                    <a:pt x="30101" y="14288"/>
                  </a:moveTo>
                  <a:cubicBezTo>
                    <a:pt x="30101" y="14288"/>
                    <a:pt x="30101" y="14288"/>
                    <a:pt x="165894" y="148866"/>
                  </a:cubicBezTo>
                  <a:cubicBezTo>
                    <a:pt x="165894" y="148866"/>
                    <a:pt x="165894" y="148866"/>
                    <a:pt x="301687" y="14288"/>
                  </a:cubicBezTo>
                  <a:close/>
                  <a:moveTo>
                    <a:pt x="7776" y="0"/>
                  </a:moveTo>
                  <a:cubicBezTo>
                    <a:pt x="7776" y="0"/>
                    <a:pt x="7776" y="0"/>
                    <a:pt x="324012" y="0"/>
                  </a:cubicBezTo>
                  <a:cubicBezTo>
                    <a:pt x="327900" y="0"/>
                    <a:pt x="331788" y="3866"/>
                    <a:pt x="331788" y="7733"/>
                  </a:cubicBezTo>
                  <a:cubicBezTo>
                    <a:pt x="331788" y="7733"/>
                    <a:pt x="331788" y="7733"/>
                    <a:pt x="331788" y="231980"/>
                  </a:cubicBezTo>
                  <a:cubicBezTo>
                    <a:pt x="331788" y="235847"/>
                    <a:pt x="327900" y="239713"/>
                    <a:pt x="324012" y="239713"/>
                  </a:cubicBezTo>
                  <a:cubicBezTo>
                    <a:pt x="324012" y="239713"/>
                    <a:pt x="324012" y="239713"/>
                    <a:pt x="7776" y="239713"/>
                  </a:cubicBezTo>
                  <a:cubicBezTo>
                    <a:pt x="3888" y="239713"/>
                    <a:pt x="0" y="235847"/>
                    <a:pt x="0" y="231980"/>
                  </a:cubicBezTo>
                  <a:cubicBezTo>
                    <a:pt x="0" y="231980"/>
                    <a:pt x="0" y="231980"/>
                    <a:pt x="0" y="7733"/>
                  </a:cubicBezTo>
                  <a:cubicBezTo>
                    <a:pt x="0" y="3866"/>
                    <a:pt x="3888" y="0"/>
                    <a:pt x="777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285768" y="3430144"/>
            <a:ext cx="914400" cy="914400"/>
            <a:chOff x="9285768" y="2828259"/>
            <a:chExt cx="914400" cy="914400"/>
          </a:xfrm>
        </p:grpSpPr>
        <p:sp>
          <p:nvSpPr>
            <p:cNvPr id="21" name="椭圆 20"/>
            <p:cNvSpPr/>
            <p:nvPr/>
          </p:nvSpPr>
          <p:spPr>
            <a:xfrm>
              <a:off x="9285768" y="2828259"/>
              <a:ext cx="914400" cy="914400"/>
            </a:xfrm>
            <a:prstGeom prst="ellipse">
              <a:avLst/>
            </a:prstGeom>
            <a:solidFill>
              <a:srgbClr val="377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2" name="statistics-on-laptop_82095"/>
            <p:cNvSpPr>
              <a:spLocks noChangeAspect="1"/>
            </p:cNvSpPr>
            <p:nvPr/>
          </p:nvSpPr>
          <p:spPr bwMode="auto">
            <a:xfrm>
              <a:off x="9548839" y="3132031"/>
              <a:ext cx="388257" cy="305938"/>
            </a:xfrm>
            <a:custGeom>
              <a:avLst/>
              <a:gdLst>
                <a:gd name="connsiteX0" fmla="*/ 238459 w 328388"/>
                <a:gd name="connsiteY0" fmla="*/ 133350 h 258763"/>
                <a:gd name="connsiteX1" fmla="*/ 229503 w 328388"/>
                <a:gd name="connsiteY1" fmla="*/ 144992 h 258763"/>
                <a:gd name="connsiteX2" fmla="*/ 234621 w 328388"/>
                <a:gd name="connsiteY2" fmla="*/ 160514 h 258763"/>
                <a:gd name="connsiteX3" fmla="*/ 205193 w 328388"/>
                <a:gd name="connsiteY3" fmla="*/ 190265 h 258763"/>
                <a:gd name="connsiteX4" fmla="*/ 177045 w 328388"/>
                <a:gd name="connsiteY4" fmla="*/ 160514 h 258763"/>
                <a:gd name="connsiteX5" fmla="*/ 178324 w 328388"/>
                <a:gd name="connsiteY5" fmla="*/ 150166 h 258763"/>
                <a:gd name="connsiteX6" fmla="*/ 166808 w 328388"/>
                <a:gd name="connsiteY6" fmla="*/ 142405 h 258763"/>
                <a:gd name="connsiteX7" fmla="*/ 162970 w 328388"/>
                <a:gd name="connsiteY7" fmla="*/ 160514 h 258763"/>
                <a:gd name="connsiteX8" fmla="*/ 205193 w 328388"/>
                <a:gd name="connsiteY8" fmla="*/ 203200 h 258763"/>
                <a:gd name="connsiteX9" fmla="*/ 248695 w 328388"/>
                <a:gd name="connsiteY9" fmla="*/ 160514 h 258763"/>
                <a:gd name="connsiteX10" fmla="*/ 238459 w 328388"/>
                <a:gd name="connsiteY10" fmla="*/ 133350 h 258763"/>
                <a:gd name="connsiteX11" fmla="*/ 205629 w 328388"/>
                <a:gd name="connsiteY11" fmla="*/ 117475 h 258763"/>
                <a:gd name="connsiteX12" fmla="*/ 175670 w 328388"/>
                <a:gd name="connsiteY12" fmla="*/ 129084 h 258763"/>
                <a:gd name="connsiteX13" fmla="*/ 188696 w 328388"/>
                <a:gd name="connsiteY13" fmla="*/ 138113 h 258763"/>
                <a:gd name="connsiteX14" fmla="*/ 205629 w 328388"/>
                <a:gd name="connsiteY14" fmla="*/ 131664 h 258763"/>
                <a:gd name="connsiteX15" fmla="*/ 218655 w 328388"/>
                <a:gd name="connsiteY15" fmla="*/ 134244 h 258763"/>
                <a:gd name="connsiteX16" fmla="*/ 226470 w 328388"/>
                <a:gd name="connsiteY16" fmla="*/ 122635 h 258763"/>
                <a:gd name="connsiteX17" fmla="*/ 205629 w 328388"/>
                <a:gd name="connsiteY17" fmla="*/ 117475 h 258763"/>
                <a:gd name="connsiteX18" fmla="*/ 299177 w 328388"/>
                <a:gd name="connsiteY18" fmla="*/ 0 h 258763"/>
                <a:gd name="connsiteX19" fmla="*/ 312121 w 328388"/>
                <a:gd name="connsiteY19" fmla="*/ 2588 h 258763"/>
                <a:gd name="connsiteX20" fmla="*/ 325066 w 328388"/>
                <a:gd name="connsiteY20" fmla="*/ 41402 h 258763"/>
                <a:gd name="connsiteX21" fmla="*/ 299177 w 328388"/>
                <a:gd name="connsiteY21" fmla="*/ 58222 h 258763"/>
                <a:gd name="connsiteX22" fmla="*/ 292705 w 328388"/>
                <a:gd name="connsiteY22" fmla="*/ 56928 h 258763"/>
                <a:gd name="connsiteX23" fmla="*/ 247400 w 328388"/>
                <a:gd name="connsiteY23" fmla="*/ 119031 h 258763"/>
                <a:gd name="connsiteX24" fmla="*/ 262933 w 328388"/>
                <a:gd name="connsiteY24" fmla="*/ 159139 h 258763"/>
                <a:gd name="connsiteX25" fmla="*/ 251284 w 328388"/>
                <a:gd name="connsiteY25" fmla="*/ 195366 h 258763"/>
                <a:gd name="connsiteX26" fmla="*/ 275878 w 328388"/>
                <a:gd name="connsiteY26" fmla="*/ 217361 h 258763"/>
                <a:gd name="connsiteX27" fmla="*/ 304355 w 328388"/>
                <a:gd name="connsiteY27" fmla="*/ 244531 h 258763"/>
                <a:gd name="connsiteX28" fmla="*/ 305649 w 328388"/>
                <a:gd name="connsiteY28" fmla="*/ 256176 h 258763"/>
                <a:gd name="connsiteX29" fmla="*/ 299177 w 328388"/>
                <a:gd name="connsiteY29" fmla="*/ 258763 h 258763"/>
                <a:gd name="connsiteX30" fmla="*/ 294000 w 328388"/>
                <a:gd name="connsiteY30" fmla="*/ 256176 h 258763"/>
                <a:gd name="connsiteX31" fmla="*/ 240928 w 328388"/>
                <a:gd name="connsiteY31" fmla="*/ 205717 h 258763"/>
                <a:gd name="connsiteX32" fmla="*/ 204684 w 328388"/>
                <a:gd name="connsiteY32" fmla="*/ 217361 h 258763"/>
                <a:gd name="connsiteX33" fmla="*/ 146435 w 328388"/>
                <a:gd name="connsiteY33" fmla="*/ 159139 h 258763"/>
                <a:gd name="connsiteX34" fmla="*/ 154201 w 328388"/>
                <a:gd name="connsiteY34" fmla="*/ 131969 h 258763"/>
                <a:gd name="connsiteX35" fmla="*/ 119252 w 328388"/>
                <a:gd name="connsiteY35" fmla="*/ 107387 h 258763"/>
                <a:gd name="connsiteX36" fmla="*/ 98541 w 328388"/>
                <a:gd name="connsiteY36" fmla="*/ 116443 h 258763"/>
                <a:gd name="connsiteX37" fmla="*/ 85597 w 328388"/>
                <a:gd name="connsiteY37" fmla="*/ 113856 h 258763"/>
                <a:gd name="connsiteX38" fmla="*/ 49353 w 328388"/>
                <a:gd name="connsiteY38" fmla="*/ 160433 h 258763"/>
                <a:gd name="connsiteX39" fmla="*/ 54531 w 328388"/>
                <a:gd name="connsiteY39" fmla="*/ 194072 h 258763"/>
                <a:gd name="connsiteX40" fmla="*/ 28642 w 328388"/>
                <a:gd name="connsiteY40" fmla="*/ 209598 h 258763"/>
                <a:gd name="connsiteX41" fmla="*/ 15698 w 328388"/>
                <a:gd name="connsiteY41" fmla="*/ 207011 h 258763"/>
                <a:gd name="connsiteX42" fmla="*/ 2754 w 328388"/>
                <a:gd name="connsiteY42" fmla="*/ 168196 h 258763"/>
                <a:gd name="connsiteX43" fmla="*/ 28642 w 328388"/>
                <a:gd name="connsiteY43" fmla="*/ 151376 h 258763"/>
                <a:gd name="connsiteX44" fmla="*/ 36409 w 328388"/>
                <a:gd name="connsiteY44" fmla="*/ 152670 h 258763"/>
                <a:gd name="connsiteX45" fmla="*/ 73947 w 328388"/>
                <a:gd name="connsiteY45" fmla="*/ 103505 h 258763"/>
                <a:gd name="connsiteX46" fmla="*/ 72653 w 328388"/>
                <a:gd name="connsiteY46" fmla="*/ 75041 h 258763"/>
                <a:gd name="connsiteX47" fmla="*/ 98541 w 328388"/>
                <a:gd name="connsiteY47" fmla="*/ 58222 h 258763"/>
                <a:gd name="connsiteX48" fmla="*/ 111485 w 328388"/>
                <a:gd name="connsiteY48" fmla="*/ 62103 h 258763"/>
                <a:gd name="connsiteX49" fmla="*/ 125724 w 328388"/>
                <a:gd name="connsiteY49" fmla="*/ 94448 h 258763"/>
                <a:gd name="connsiteX50" fmla="*/ 163262 w 328388"/>
                <a:gd name="connsiteY50" fmla="*/ 119031 h 258763"/>
                <a:gd name="connsiteX51" fmla="*/ 204684 w 328388"/>
                <a:gd name="connsiteY51" fmla="*/ 100917 h 258763"/>
                <a:gd name="connsiteX52" fmla="*/ 234456 w 328388"/>
                <a:gd name="connsiteY52" fmla="*/ 109974 h 258763"/>
                <a:gd name="connsiteX53" fmla="*/ 279761 w 328388"/>
                <a:gd name="connsiteY53" fmla="*/ 49165 h 258763"/>
                <a:gd name="connsiteX54" fmla="*/ 273289 w 328388"/>
                <a:gd name="connsiteY54" fmla="*/ 15526 h 258763"/>
                <a:gd name="connsiteX55" fmla="*/ 299177 w 328388"/>
                <a:gd name="connsiteY55" fmla="*/ 0 h 25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28388" h="258762">
                  <a:moveTo>
                    <a:pt x="238459" y="133350"/>
                  </a:moveTo>
                  <a:cubicBezTo>
                    <a:pt x="238459" y="133350"/>
                    <a:pt x="238459" y="133350"/>
                    <a:pt x="229503" y="144992"/>
                  </a:cubicBezTo>
                  <a:cubicBezTo>
                    <a:pt x="232062" y="148872"/>
                    <a:pt x="234621" y="155340"/>
                    <a:pt x="234621" y="160514"/>
                  </a:cubicBezTo>
                  <a:cubicBezTo>
                    <a:pt x="234621" y="177330"/>
                    <a:pt x="221826" y="190265"/>
                    <a:pt x="205193" y="190265"/>
                  </a:cubicBezTo>
                  <a:cubicBezTo>
                    <a:pt x="189839" y="190265"/>
                    <a:pt x="177045" y="177330"/>
                    <a:pt x="177045" y="160514"/>
                  </a:cubicBezTo>
                  <a:cubicBezTo>
                    <a:pt x="177045" y="156633"/>
                    <a:pt x="178324" y="154046"/>
                    <a:pt x="178324" y="150166"/>
                  </a:cubicBezTo>
                  <a:cubicBezTo>
                    <a:pt x="178324" y="150166"/>
                    <a:pt x="178324" y="150166"/>
                    <a:pt x="166808" y="142405"/>
                  </a:cubicBezTo>
                  <a:cubicBezTo>
                    <a:pt x="164249" y="147579"/>
                    <a:pt x="162970" y="154046"/>
                    <a:pt x="162970" y="160514"/>
                  </a:cubicBezTo>
                  <a:cubicBezTo>
                    <a:pt x="162970" y="185091"/>
                    <a:pt x="182162" y="203200"/>
                    <a:pt x="205193" y="203200"/>
                  </a:cubicBezTo>
                  <a:cubicBezTo>
                    <a:pt x="229503" y="203200"/>
                    <a:pt x="248695" y="185091"/>
                    <a:pt x="248695" y="160514"/>
                  </a:cubicBezTo>
                  <a:cubicBezTo>
                    <a:pt x="248695" y="150166"/>
                    <a:pt x="244857" y="141111"/>
                    <a:pt x="238459" y="133350"/>
                  </a:cubicBezTo>
                  <a:close/>
                  <a:moveTo>
                    <a:pt x="205629" y="117475"/>
                  </a:moveTo>
                  <a:cubicBezTo>
                    <a:pt x="193906" y="117475"/>
                    <a:pt x="183486" y="122635"/>
                    <a:pt x="175670" y="129084"/>
                  </a:cubicBezTo>
                  <a:cubicBezTo>
                    <a:pt x="175670" y="129084"/>
                    <a:pt x="175670" y="129084"/>
                    <a:pt x="188696" y="138113"/>
                  </a:cubicBezTo>
                  <a:cubicBezTo>
                    <a:pt x="192604" y="134244"/>
                    <a:pt x="199116" y="131664"/>
                    <a:pt x="205629" y="131664"/>
                  </a:cubicBezTo>
                  <a:cubicBezTo>
                    <a:pt x="210839" y="131664"/>
                    <a:pt x="214747" y="132954"/>
                    <a:pt x="218655" y="134244"/>
                  </a:cubicBezTo>
                  <a:cubicBezTo>
                    <a:pt x="218655" y="134244"/>
                    <a:pt x="218655" y="134244"/>
                    <a:pt x="226470" y="122635"/>
                  </a:cubicBezTo>
                  <a:cubicBezTo>
                    <a:pt x="221260" y="120055"/>
                    <a:pt x="213445" y="117475"/>
                    <a:pt x="205629" y="117475"/>
                  </a:cubicBezTo>
                  <a:close/>
                  <a:moveTo>
                    <a:pt x="299177" y="0"/>
                  </a:moveTo>
                  <a:cubicBezTo>
                    <a:pt x="304355" y="0"/>
                    <a:pt x="308238" y="1294"/>
                    <a:pt x="312121" y="2588"/>
                  </a:cubicBezTo>
                  <a:cubicBezTo>
                    <a:pt x="326360" y="10350"/>
                    <a:pt x="332832" y="27170"/>
                    <a:pt x="325066" y="41402"/>
                  </a:cubicBezTo>
                  <a:cubicBezTo>
                    <a:pt x="321182" y="51752"/>
                    <a:pt x="310827" y="58222"/>
                    <a:pt x="299177" y="58222"/>
                  </a:cubicBezTo>
                  <a:cubicBezTo>
                    <a:pt x="297883" y="58222"/>
                    <a:pt x="295294" y="56928"/>
                    <a:pt x="292705" y="56928"/>
                  </a:cubicBezTo>
                  <a:cubicBezTo>
                    <a:pt x="292705" y="56928"/>
                    <a:pt x="292705" y="56928"/>
                    <a:pt x="247400" y="119031"/>
                  </a:cubicBezTo>
                  <a:cubicBezTo>
                    <a:pt x="257756" y="129382"/>
                    <a:pt x="262933" y="143614"/>
                    <a:pt x="262933" y="159139"/>
                  </a:cubicBezTo>
                  <a:cubicBezTo>
                    <a:pt x="262933" y="173371"/>
                    <a:pt x="259050" y="185016"/>
                    <a:pt x="251284" y="195366"/>
                  </a:cubicBezTo>
                  <a:cubicBezTo>
                    <a:pt x="251284" y="195366"/>
                    <a:pt x="251284" y="195366"/>
                    <a:pt x="275878" y="217361"/>
                  </a:cubicBezTo>
                  <a:cubicBezTo>
                    <a:pt x="275878" y="217361"/>
                    <a:pt x="275878" y="217361"/>
                    <a:pt x="304355" y="244531"/>
                  </a:cubicBezTo>
                  <a:cubicBezTo>
                    <a:pt x="308238" y="248413"/>
                    <a:pt x="308238" y="252294"/>
                    <a:pt x="305649" y="256176"/>
                  </a:cubicBezTo>
                  <a:cubicBezTo>
                    <a:pt x="304355" y="257469"/>
                    <a:pt x="301766" y="258763"/>
                    <a:pt x="299177" y="258763"/>
                  </a:cubicBezTo>
                  <a:cubicBezTo>
                    <a:pt x="297883" y="258763"/>
                    <a:pt x="296588" y="257469"/>
                    <a:pt x="294000" y="256176"/>
                  </a:cubicBezTo>
                  <a:cubicBezTo>
                    <a:pt x="294000" y="256176"/>
                    <a:pt x="294000" y="256176"/>
                    <a:pt x="240928" y="205717"/>
                  </a:cubicBezTo>
                  <a:cubicBezTo>
                    <a:pt x="230573" y="213480"/>
                    <a:pt x="218923" y="217361"/>
                    <a:pt x="204684" y="217361"/>
                  </a:cubicBezTo>
                  <a:cubicBezTo>
                    <a:pt x="172323" y="217361"/>
                    <a:pt x="146435" y="191485"/>
                    <a:pt x="146435" y="159139"/>
                  </a:cubicBezTo>
                  <a:cubicBezTo>
                    <a:pt x="146435" y="150083"/>
                    <a:pt x="149024" y="139732"/>
                    <a:pt x="154201" y="131969"/>
                  </a:cubicBezTo>
                  <a:cubicBezTo>
                    <a:pt x="154201" y="131969"/>
                    <a:pt x="154201" y="131969"/>
                    <a:pt x="119252" y="107387"/>
                  </a:cubicBezTo>
                  <a:cubicBezTo>
                    <a:pt x="114074" y="113856"/>
                    <a:pt x="106308" y="116443"/>
                    <a:pt x="98541" y="116443"/>
                  </a:cubicBezTo>
                  <a:cubicBezTo>
                    <a:pt x="93363" y="116443"/>
                    <a:pt x="89480" y="115149"/>
                    <a:pt x="85597" y="113856"/>
                  </a:cubicBezTo>
                  <a:cubicBezTo>
                    <a:pt x="85597" y="113856"/>
                    <a:pt x="85597" y="113856"/>
                    <a:pt x="49353" y="160433"/>
                  </a:cubicBezTo>
                  <a:cubicBezTo>
                    <a:pt x="58414" y="168196"/>
                    <a:pt x="61003" y="182428"/>
                    <a:pt x="54531" y="194072"/>
                  </a:cubicBezTo>
                  <a:cubicBezTo>
                    <a:pt x="50648" y="203129"/>
                    <a:pt x="40292" y="209598"/>
                    <a:pt x="28642" y="209598"/>
                  </a:cubicBezTo>
                  <a:cubicBezTo>
                    <a:pt x="24759" y="209598"/>
                    <a:pt x="20876" y="208304"/>
                    <a:pt x="15698" y="207011"/>
                  </a:cubicBezTo>
                  <a:cubicBezTo>
                    <a:pt x="1459" y="199248"/>
                    <a:pt x="-3718" y="182428"/>
                    <a:pt x="2754" y="168196"/>
                  </a:cubicBezTo>
                  <a:cubicBezTo>
                    <a:pt x="7932" y="157846"/>
                    <a:pt x="18287" y="151376"/>
                    <a:pt x="28642" y="151376"/>
                  </a:cubicBezTo>
                  <a:cubicBezTo>
                    <a:pt x="31231" y="151376"/>
                    <a:pt x="33820" y="152670"/>
                    <a:pt x="36409" y="152670"/>
                  </a:cubicBezTo>
                  <a:cubicBezTo>
                    <a:pt x="36409" y="152670"/>
                    <a:pt x="36409" y="152670"/>
                    <a:pt x="73947" y="103505"/>
                  </a:cubicBezTo>
                  <a:cubicBezTo>
                    <a:pt x="68769" y="95742"/>
                    <a:pt x="67475" y="84098"/>
                    <a:pt x="72653" y="75041"/>
                  </a:cubicBezTo>
                  <a:cubicBezTo>
                    <a:pt x="76536" y="64691"/>
                    <a:pt x="86891" y="58222"/>
                    <a:pt x="98541" y="58222"/>
                  </a:cubicBezTo>
                  <a:cubicBezTo>
                    <a:pt x="102424" y="58222"/>
                    <a:pt x="106308" y="59515"/>
                    <a:pt x="111485" y="62103"/>
                  </a:cubicBezTo>
                  <a:cubicBezTo>
                    <a:pt x="123135" y="67278"/>
                    <a:pt x="129607" y="81510"/>
                    <a:pt x="125724" y="94448"/>
                  </a:cubicBezTo>
                  <a:cubicBezTo>
                    <a:pt x="125724" y="94448"/>
                    <a:pt x="125724" y="94448"/>
                    <a:pt x="163262" y="119031"/>
                  </a:cubicBezTo>
                  <a:cubicBezTo>
                    <a:pt x="173618" y="108680"/>
                    <a:pt x="187857" y="100917"/>
                    <a:pt x="204684" y="100917"/>
                  </a:cubicBezTo>
                  <a:cubicBezTo>
                    <a:pt x="216334" y="100917"/>
                    <a:pt x="226690" y="104799"/>
                    <a:pt x="234456" y="109974"/>
                  </a:cubicBezTo>
                  <a:cubicBezTo>
                    <a:pt x="234456" y="109974"/>
                    <a:pt x="234456" y="109974"/>
                    <a:pt x="279761" y="49165"/>
                  </a:cubicBezTo>
                  <a:cubicBezTo>
                    <a:pt x="270700" y="41402"/>
                    <a:pt x="268111" y="27170"/>
                    <a:pt x="273289" y="15526"/>
                  </a:cubicBezTo>
                  <a:cubicBezTo>
                    <a:pt x="278466" y="6469"/>
                    <a:pt x="288822" y="0"/>
                    <a:pt x="29917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<p:cNvSpPr txBox="1"/>
          <p:nvPr/>
        </p:nvSpPr>
        <p:spPr>
          <a:xfrm>
            <a:off x="3481494" y="208926"/>
            <a:ext cx="5055870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Các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thuật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toán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học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máy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716" y="4989772"/>
            <a:ext cx="4240883" cy="2120442"/>
          </a:xfrm>
          <a:prstGeom prst="rect">
            <a:avLst/>
          </a:prstGeom>
        </p:spPr>
      </p:pic>
      <p:sp>
        <p:nvSpPr>
          <p:cNvPr id="45" name="文本框 21"/>
          <p:cNvSpPr txBox="1"/>
          <p:nvPr/>
        </p:nvSpPr>
        <p:spPr>
          <a:xfrm>
            <a:off x="1327693" y="3868405"/>
            <a:ext cx="2242675" cy="66184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vi-VN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Logistic Regression</a:t>
            </a:r>
            <a:endParaRPr lang="zh-CN" altLang="en-US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6526285" y="3767312"/>
            <a:ext cx="17519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vi-VN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Random Forest</a:t>
            </a:r>
            <a:endParaRPr lang="en-US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9" name="文本框 21"/>
          <p:cNvSpPr txBox="1"/>
          <p:nvPr/>
        </p:nvSpPr>
        <p:spPr>
          <a:xfrm>
            <a:off x="4040770" y="4429064"/>
            <a:ext cx="17519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vi-VN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SVM</a:t>
            </a:r>
            <a:endParaRPr lang="en-US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36" name="文本框 21"/>
          <p:cNvSpPr txBox="1"/>
          <p:nvPr/>
        </p:nvSpPr>
        <p:spPr>
          <a:xfrm>
            <a:off x="8574570" y="4727006"/>
            <a:ext cx="3251196" cy="8465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vi-VN" sz="16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KNN, Naïve Bayes, Decision Tree</a:t>
            </a:r>
            <a:endParaRPr lang="en-US" sz="16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2CEC1B-E039-DAF0-52C8-4CEC36EEBE08}"/>
              </a:ext>
            </a:extLst>
          </p:cNvPr>
          <p:cNvSpPr txBox="1"/>
          <p:nvPr/>
        </p:nvSpPr>
        <p:spPr>
          <a:xfrm>
            <a:off x="600719" y="1700864"/>
            <a:ext cx="359817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Phân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loại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nhị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phân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dự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đoán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xác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suất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(0/1),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sử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dụng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hàm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Sigmoid. (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Ưu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điểm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: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Dễ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triển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khai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hiệu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quả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với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tuyến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tính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C1F07-9515-2489-5EA6-8738AF4A59A7}"/>
              </a:ext>
            </a:extLst>
          </p:cNvPr>
          <p:cNvSpPr txBox="1"/>
          <p:nvPr/>
        </p:nvSpPr>
        <p:spPr>
          <a:xfrm>
            <a:off x="3512763" y="5022701"/>
            <a:ext cx="267755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Tìm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siêu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phẳng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tối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ưu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để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phân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tách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AAB89C-781D-E905-5799-98EDD329F168}"/>
              </a:ext>
            </a:extLst>
          </p:cNvPr>
          <p:cNvSpPr txBox="1"/>
          <p:nvPr/>
        </p:nvSpPr>
        <p:spPr>
          <a:xfrm>
            <a:off x="6009429" y="1842660"/>
            <a:ext cx="29956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Kết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hợp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nhiều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cây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quyết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định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để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tăng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chính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xác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6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giảm</a:t>
            </a:r>
            <a:r>
              <a:rPr lang="en-US" sz="16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overfitting.</a:t>
            </a:r>
            <a:endParaRPr lang="en-US" sz="11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6" name="statistics-on-laptop_82095">
            <a:extLst>
              <a:ext uri="{FF2B5EF4-FFF2-40B4-BE49-F238E27FC236}">
                <a16:creationId xmlns:a16="http://schemas.microsoft.com/office/drawing/2014/main" id="{81D569FD-2A04-F23D-5071-F6D1E5CEA04B}"/>
              </a:ext>
            </a:extLst>
          </p:cNvPr>
          <p:cNvSpPr>
            <a:spLocks noChangeAspect="1"/>
          </p:cNvSpPr>
          <p:nvPr/>
        </p:nvSpPr>
        <p:spPr bwMode="auto">
          <a:xfrm>
            <a:off x="9744246" y="5761290"/>
            <a:ext cx="1074367" cy="846578"/>
          </a:xfrm>
          <a:custGeom>
            <a:avLst/>
            <a:gdLst>
              <a:gd name="connsiteX0" fmla="*/ 238459 w 328388"/>
              <a:gd name="connsiteY0" fmla="*/ 133350 h 258763"/>
              <a:gd name="connsiteX1" fmla="*/ 229503 w 328388"/>
              <a:gd name="connsiteY1" fmla="*/ 144992 h 258763"/>
              <a:gd name="connsiteX2" fmla="*/ 234621 w 328388"/>
              <a:gd name="connsiteY2" fmla="*/ 160514 h 258763"/>
              <a:gd name="connsiteX3" fmla="*/ 205193 w 328388"/>
              <a:gd name="connsiteY3" fmla="*/ 190265 h 258763"/>
              <a:gd name="connsiteX4" fmla="*/ 177045 w 328388"/>
              <a:gd name="connsiteY4" fmla="*/ 160514 h 258763"/>
              <a:gd name="connsiteX5" fmla="*/ 178324 w 328388"/>
              <a:gd name="connsiteY5" fmla="*/ 150166 h 258763"/>
              <a:gd name="connsiteX6" fmla="*/ 166808 w 328388"/>
              <a:gd name="connsiteY6" fmla="*/ 142405 h 258763"/>
              <a:gd name="connsiteX7" fmla="*/ 162970 w 328388"/>
              <a:gd name="connsiteY7" fmla="*/ 160514 h 258763"/>
              <a:gd name="connsiteX8" fmla="*/ 205193 w 328388"/>
              <a:gd name="connsiteY8" fmla="*/ 203200 h 258763"/>
              <a:gd name="connsiteX9" fmla="*/ 248695 w 328388"/>
              <a:gd name="connsiteY9" fmla="*/ 160514 h 258763"/>
              <a:gd name="connsiteX10" fmla="*/ 238459 w 328388"/>
              <a:gd name="connsiteY10" fmla="*/ 133350 h 258763"/>
              <a:gd name="connsiteX11" fmla="*/ 205629 w 328388"/>
              <a:gd name="connsiteY11" fmla="*/ 117475 h 258763"/>
              <a:gd name="connsiteX12" fmla="*/ 175670 w 328388"/>
              <a:gd name="connsiteY12" fmla="*/ 129084 h 258763"/>
              <a:gd name="connsiteX13" fmla="*/ 188696 w 328388"/>
              <a:gd name="connsiteY13" fmla="*/ 138113 h 258763"/>
              <a:gd name="connsiteX14" fmla="*/ 205629 w 328388"/>
              <a:gd name="connsiteY14" fmla="*/ 131664 h 258763"/>
              <a:gd name="connsiteX15" fmla="*/ 218655 w 328388"/>
              <a:gd name="connsiteY15" fmla="*/ 134244 h 258763"/>
              <a:gd name="connsiteX16" fmla="*/ 226470 w 328388"/>
              <a:gd name="connsiteY16" fmla="*/ 122635 h 258763"/>
              <a:gd name="connsiteX17" fmla="*/ 205629 w 328388"/>
              <a:gd name="connsiteY17" fmla="*/ 117475 h 258763"/>
              <a:gd name="connsiteX18" fmla="*/ 299177 w 328388"/>
              <a:gd name="connsiteY18" fmla="*/ 0 h 258763"/>
              <a:gd name="connsiteX19" fmla="*/ 312121 w 328388"/>
              <a:gd name="connsiteY19" fmla="*/ 2588 h 258763"/>
              <a:gd name="connsiteX20" fmla="*/ 325066 w 328388"/>
              <a:gd name="connsiteY20" fmla="*/ 41402 h 258763"/>
              <a:gd name="connsiteX21" fmla="*/ 299177 w 328388"/>
              <a:gd name="connsiteY21" fmla="*/ 58222 h 258763"/>
              <a:gd name="connsiteX22" fmla="*/ 292705 w 328388"/>
              <a:gd name="connsiteY22" fmla="*/ 56928 h 258763"/>
              <a:gd name="connsiteX23" fmla="*/ 247400 w 328388"/>
              <a:gd name="connsiteY23" fmla="*/ 119031 h 258763"/>
              <a:gd name="connsiteX24" fmla="*/ 262933 w 328388"/>
              <a:gd name="connsiteY24" fmla="*/ 159139 h 258763"/>
              <a:gd name="connsiteX25" fmla="*/ 251284 w 328388"/>
              <a:gd name="connsiteY25" fmla="*/ 195366 h 258763"/>
              <a:gd name="connsiteX26" fmla="*/ 275878 w 328388"/>
              <a:gd name="connsiteY26" fmla="*/ 217361 h 258763"/>
              <a:gd name="connsiteX27" fmla="*/ 304355 w 328388"/>
              <a:gd name="connsiteY27" fmla="*/ 244531 h 258763"/>
              <a:gd name="connsiteX28" fmla="*/ 305649 w 328388"/>
              <a:gd name="connsiteY28" fmla="*/ 256176 h 258763"/>
              <a:gd name="connsiteX29" fmla="*/ 299177 w 328388"/>
              <a:gd name="connsiteY29" fmla="*/ 258763 h 258763"/>
              <a:gd name="connsiteX30" fmla="*/ 294000 w 328388"/>
              <a:gd name="connsiteY30" fmla="*/ 256176 h 258763"/>
              <a:gd name="connsiteX31" fmla="*/ 240928 w 328388"/>
              <a:gd name="connsiteY31" fmla="*/ 205717 h 258763"/>
              <a:gd name="connsiteX32" fmla="*/ 204684 w 328388"/>
              <a:gd name="connsiteY32" fmla="*/ 217361 h 258763"/>
              <a:gd name="connsiteX33" fmla="*/ 146435 w 328388"/>
              <a:gd name="connsiteY33" fmla="*/ 159139 h 258763"/>
              <a:gd name="connsiteX34" fmla="*/ 154201 w 328388"/>
              <a:gd name="connsiteY34" fmla="*/ 131969 h 258763"/>
              <a:gd name="connsiteX35" fmla="*/ 119252 w 328388"/>
              <a:gd name="connsiteY35" fmla="*/ 107387 h 258763"/>
              <a:gd name="connsiteX36" fmla="*/ 98541 w 328388"/>
              <a:gd name="connsiteY36" fmla="*/ 116443 h 258763"/>
              <a:gd name="connsiteX37" fmla="*/ 85597 w 328388"/>
              <a:gd name="connsiteY37" fmla="*/ 113856 h 258763"/>
              <a:gd name="connsiteX38" fmla="*/ 49353 w 328388"/>
              <a:gd name="connsiteY38" fmla="*/ 160433 h 258763"/>
              <a:gd name="connsiteX39" fmla="*/ 54531 w 328388"/>
              <a:gd name="connsiteY39" fmla="*/ 194072 h 258763"/>
              <a:gd name="connsiteX40" fmla="*/ 28642 w 328388"/>
              <a:gd name="connsiteY40" fmla="*/ 209598 h 258763"/>
              <a:gd name="connsiteX41" fmla="*/ 15698 w 328388"/>
              <a:gd name="connsiteY41" fmla="*/ 207011 h 258763"/>
              <a:gd name="connsiteX42" fmla="*/ 2754 w 328388"/>
              <a:gd name="connsiteY42" fmla="*/ 168196 h 258763"/>
              <a:gd name="connsiteX43" fmla="*/ 28642 w 328388"/>
              <a:gd name="connsiteY43" fmla="*/ 151376 h 258763"/>
              <a:gd name="connsiteX44" fmla="*/ 36409 w 328388"/>
              <a:gd name="connsiteY44" fmla="*/ 152670 h 258763"/>
              <a:gd name="connsiteX45" fmla="*/ 73947 w 328388"/>
              <a:gd name="connsiteY45" fmla="*/ 103505 h 258763"/>
              <a:gd name="connsiteX46" fmla="*/ 72653 w 328388"/>
              <a:gd name="connsiteY46" fmla="*/ 75041 h 258763"/>
              <a:gd name="connsiteX47" fmla="*/ 98541 w 328388"/>
              <a:gd name="connsiteY47" fmla="*/ 58222 h 258763"/>
              <a:gd name="connsiteX48" fmla="*/ 111485 w 328388"/>
              <a:gd name="connsiteY48" fmla="*/ 62103 h 258763"/>
              <a:gd name="connsiteX49" fmla="*/ 125724 w 328388"/>
              <a:gd name="connsiteY49" fmla="*/ 94448 h 258763"/>
              <a:gd name="connsiteX50" fmla="*/ 163262 w 328388"/>
              <a:gd name="connsiteY50" fmla="*/ 119031 h 258763"/>
              <a:gd name="connsiteX51" fmla="*/ 204684 w 328388"/>
              <a:gd name="connsiteY51" fmla="*/ 100917 h 258763"/>
              <a:gd name="connsiteX52" fmla="*/ 234456 w 328388"/>
              <a:gd name="connsiteY52" fmla="*/ 109974 h 258763"/>
              <a:gd name="connsiteX53" fmla="*/ 279761 w 328388"/>
              <a:gd name="connsiteY53" fmla="*/ 49165 h 258763"/>
              <a:gd name="connsiteX54" fmla="*/ 273289 w 328388"/>
              <a:gd name="connsiteY54" fmla="*/ 15526 h 258763"/>
              <a:gd name="connsiteX55" fmla="*/ 299177 w 328388"/>
              <a:gd name="connsiteY55" fmla="*/ 0 h 25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28388" h="258762">
                <a:moveTo>
                  <a:pt x="238459" y="133350"/>
                </a:moveTo>
                <a:cubicBezTo>
                  <a:pt x="238459" y="133350"/>
                  <a:pt x="238459" y="133350"/>
                  <a:pt x="229503" y="144992"/>
                </a:cubicBezTo>
                <a:cubicBezTo>
                  <a:pt x="232062" y="148872"/>
                  <a:pt x="234621" y="155340"/>
                  <a:pt x="234621" y="160514"/>
                </a:cubicBezTo>
                <a:cubicBezTo>
                  <a:pt x="234621" y="177330"/>
                  <a:pt x="221826" y="190265"/>
                  <a:pt x="205193" y="190265"/>
                </a:cubicBezTo>
                <a:cubicBezTo>
                  <a:pt x="189839" y="190265"/>
                  <a:pt x="177045" y="177330"/>
                  <a:pt x="177045" y="160514"/>
                </a:cubicBezTo>
                <a:cubicBezTo>
                  <a:pt x="177045" y="156633"/>
                  <a:pt x="178324" y="154046"/>
                  <a:pt x="178324" y="150166"/>
                </a:cubicBezTo>
                <a:cubicBezTo>
                  <a:pt x="178324" y="150166"/>
                  <a:pt x="178324" y="150166"/>
                  <a:pt x="166808" y="142405"/>
                </a:cubicBezTo>
                <a:cubicBezTo>
                  <a:pt x="164249" y="147579"/>
                  <a:pt x="162970" y="154046"/>
                  <a:pt x="162970" y="160514"/>
                </a:cubicBezTo>
                <a:cubicBezTo>
                  <a:pt x="162970" y="185091"/>
                  <a:pt x="182162" y="203200"/>
                  <a:pt x="205193" y="203200"/>
                </a:cubicBezTo>
                <a:cubicBezTo>
                  <a:pt x="229503" y="203200"/>
                  <a:pt x="248695" y="185091"/>
                  <a:pt x="248695" y="160514"/>
                </a:cubicBezTo>
                <a:cubicBezTo>
                  <a:pt x="248695" y="150166"/>
                  <a:pt x="244857" y="141111"/>
                  <a:pt x="238459" y="133350"/>
                </a:cubicBezTo>
                <a:close/>
                <a:moveTo>
                  <a:pt x="205629" y="117475"/>
                </a:moveTo>
                <a:cubicBezTo>
                  <a:pt x="193906" y="117475"/>
                  <a:pt x="183486" y="122635"/>
                  <a:pt x="175670" y="129084"/>
                </a:cubicBezTo>
                <a:cubicBezTo>
                  <a:pt x="175670" y="129084"/>
                  <a:pt x="175670" y="129084"/>
                  <a:pt x="188696" y="138113"/>
                </a:cubicBezTo>
                <a:cubicBezTo>
                  <a:pt x="192604" y="134244"/>
                  <a:pt x="199116" y="131664"/>
                  <a:pt x="205629" y="131664"/>
                </a:cubicBezTo>
                <a:cubicBezTo>
                  <a:pt x="210839" y="131664"/>
                  <a:pt x="214747" y="132954"/>
                  <a:pt x="218655" y="134244"/>
                </a:cubicBezTo>
                <a:cubicBezTo>
                  <a:pt x="218655" y="134244"/>
                  <a:pt x="218655" y="134244"/>
                  <a:pt x="226470" y="122635"/>
                </a:cubicBezTo>
                <a:cubicBezTo>
                  <a:pt x="221260" y="120055"/>
                  <a:pt x="213445" y="117475"/>
                  <a:pt x="205629" y="117475"/>
                </a:cubicBezTo>
                <a:close/>
                <a:moveTo>
                  <a:pt x="299177" y="0"/>
                </a:moveTo>
                <a:cubicBezTo>
                  <a:pt x="304355" y="0"/>
                  <a:pt x="308238" y="1294"/>
                  <a:pt x="312121" y="2588"/>
                </a:cubicBezTo>
                <a:cubicBezTo>
                  <a:pt x="326360" y="10350"/>
                  <a:pt x="332832" y="27170"/>
                  <a:pt x="325066" y="41402"/>
                </a:cubicBezTo>
                <a:cubicBezTo>
                  <a:pt x="321182" y="51752"/>
                  <a:pt x="310827" y="58222"/>
                  <a:pt x="299177" y="58222"/>
                </a:cubicBezTo>
                <a:cubicBezTo>
                  <a:pt x="297883" y="58222"/>
                  <a:pt x="295294" y="56928"/>
                  <a:pt x="292705" y="56928"/>
                </a:cubicBezTo>
                <a:cubicBezTo>
                  <a:pt x="292705" y="56928"/>
                  <a:pt x="292705" y="56928"/>
                  <a:pt x="247400" y="119031"/>
                </a:cubicBezTo>
                <a:cubicBezTo>
                  <a:pt x="257756" y="129382"/>
                  <a:pt x="262933" y="143614"/>
                  <a:pt x="262933" y="159139"/>
                </a:cubicBezTo>
                <a:cubicBezTo>
                  <a:pt x="262933" y="173371"/>
                  <a:pt x="259050" y="185016"/>
                  <a:pt x="251284" y="195366"/>
                </a:cubicBezTo>
                <a:cubicBezTo>
                  <a:pt x="251284" y="195366"/>
                  <a:pt x="251284" y="195366"/>
                  <a:pt x="275878" y="217361"/>
                </a:cubicBezTo>
                <a:cubicBezTo>
                  <a:pt x="275878" y="217361"/>
                  <a:pt x="275878" y="217361"/>
                  <a:pt x="304355" y="244531"/>
                </a:cubicBezTo>
                <a:cubicBezTo>
                  <a:pt x="308238" y="248413"/>
                  <a:pt x="308238" y="252294"/>
                  <a:pt x="305649" y="256176"/>
                </a:cubicBezTo>
                <a:cubicBezTo>
                  <a:pt x="304355" y="257469"/>
                  <a:pt x="301766" y="258763"/>
                  <a:pt x="299177" y="258763"/>
                </a:cubicBezTo>
                <a:cubicBezTo>
                  <a:pt x="297883" y="258763"/>
                  <a:pt x="296588" y="257469"/>
                  <a:pt x="294000" y="256176"/>
                </a:cubicBezTo>
                <a:cubicBezTo>
                  <a:pt x="294000" y="256176"/>
                  <a:pt x="294000" y="256176"/>
                  <a:pt x="240928" y="205717"/>
                </a:cubicBezTo>
                <a:cubicBezTo>
                  <a:pt x="230573" y="213480"/>
                  <a:pt x="218923" y="217361"/>
                  <a:pt x="204684" y="217361"/>
                </a:cubicBezTo>
                <a:cubicBezTo>
                  <a:pt x="172323" y="217361"/>
                  <a:pt x="146435" y="191485"/>
                  <a:pt x="146435" y="159139"/>
                </a:cubicBezTo>
                <a:cubicBezTo>
                  <a:pt x="146435" y="150083"/>
                  <a:pt x="149024" y="139732"/>
                  <a:pt x="154201" y="131969"/>
                </a:cubicBezTo>
                <a:cubicBezTo>
                  <a:pt x="154201" y="131969"/>
                  <a:pt x="154201" y="131969"/>
                  <a:pt x="119252" y="107387"/>
                </a:cubicBezTo>
                <a:cubicBezTo>
                  <a:pt x="114074" y="113856"/>
                  <a:pt x="106308" y="116443"/>
                  <a:pt x="98541" y="116443"/>
                </a:cubicBezTo>
                <a:cubicBezTo>
                  <a:pt x="93363" y="116443"/>
                  <a:pt x="89480" y="115149"/>
                  <a:pt x="85597" y="113856"/>
                </a:cubicBezTo>
                <a:cubicBezTo>
                  <a:pt x="85597" y="113856"/>
                  <a:pt x="85597" y="113856"/>
                  <a:pt x="49353" y="160433"/>
                </a:cubicBezTo>
                <a:cubicBezTo>
                  <a:pt x="58414" y="168196"/>
                  <a:pt x="61003" y="182428"/>
                  <a:pt x="54531" y="194072"/>
                </a:cubicBezTo>
                <a:cubicBezTo>
                  <a:pt x="50648" y="203129"/>
                  <a:pt x="40292" y="209598"/>
                  <a:pt x="28642" y="209598"/>
                </a:cubicBezTo>
                <a:cubicBezTo>
                  <a:pt x="24759" y="209598"/>
                  <a:pt x="20876" y="208304"/>
                  <a:pt x="15698" y="207011"/>
                </a:cubicBezTo>
                <a:cubicBezTo>
                  <a:pt x="1459" y="199248"/>
                  <a:pt x="-3718" y="182428"/>
                  <a:pt x="2754" y="168196"/>
                </a:cubicBezTo>
                <a:cubicBezTo>
                  <a:pt x="7932" y="157846"/>
                  <a:pt x="18287" y="151376"/>
                  <a:pt x="28642" y="151376"/>
                </a:cubicBezTo>
                <a:cubicBezTo>
                  <a:pt x="31231" y="151376"/>
                  <a:pt x="33820" y="152670"/>
                  <a:pt x="36409" y="152670"/>
                </a:cubicBezTo>
                <a:cubicBezTo>
                  <a:pt x="36409" y="152670"/>
                  <a:pt x="36409" y="152670"/>
                  <a:pt x="73947" y="103505"/>
                </a:cubicBezTo>
                <a:cubicBezTo>
                  <a:pt x="68769" y="95742"/>
                  <a:pt x="67475" y="84098"/>
                  <a:pt x="72653" y="75041"/>
                </a:cubicBezTo>
                <a:cubicBezTo>
                  <a:pt x="76536" y="64691"/>
                  <a:pt x="86891" y="58222"/>
                  <a:pt x="98541" y="58222"/>
                </a:cubicBezTo>
                <a:cubicBezTo>
                  <a:pt x="102424" y="58222"/>
                  <a:pt x="106308" y="59515"/>
                  <a:pt x="111485" y="62103"/>
                </a:cubicBezTo>
                <a:cubicBezTo>
                  <a:pt x="123135" y="67278"/>
                  <a:pt x="129607" y="81510"/>
                  <a:pt x="125724" y="94448"/>
                </a:cubicBezTo>
                <a:cubicBezTo>
                  <a:pt x="125724" y="94448"/>
                  <a:pt x="125724" y="94448"/>
                  <a:pt x="163262" y="119031"/>
                </a:cubicBezTo>
                <a:cubicBezTo>
                  <a:pt x="173618" y="108680"/>
                  <a:pt x="187857" y="100917"/>
                  <a:pt x="204684" y="100917"/>
                </a:cubicBezTo>
                <a:cubicBezTo>
                  <a:pt x="216334" y="100917"/>
                  <a:pt x="226690" y="104799"/>
                  <a:pt x="234456" y="109974"/>
                </a:cubicBezTo>
                <a:cubicBezTo>
                  <a:pt x="234456" y="109974"/>
                  <a:pt x="234456" y="109974"/>
                  <a:pt x="279761" y="49165"/>
                </a:cubicBezTo>
                <a:cubicBezTo>
                  <a:pt x="270700" y="41402"/>
                  <a:pt x="268111" y="27170"/>
                  <a:pt x="273289" y="15526"/>
                </a:cubicBezTo>
                <a:cubicBezTo>
                  <a:pt x="278466" y="6469"/>
                  <a:pt x="288822" y="0"/>
                  <a:pt x="299177" y="0"/>
                </a:cubicBezTo>
                <a:close/>
              </a:path>
            </a:pathLst>
          </a:custGeom>
          <a:solidFill>
            <a:srgbClr val="194F69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668D2BB-53E0-EEEE-B91A-E8F4EE006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895" y="-537292"/>
            <a:ext cx="397105" cy="37686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3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3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3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2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7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75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5" grpId="0"/>
      <p:bldP spid="7" grpId="0"/>
      <p:bldP spid="9" grpId="0"/>
      <p:bldP spid="36" grpId="0"/>
      <p:bldP spid="3" grpId="0"/>
      <p:bldP spid="5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191380C-175A-6B74-6EFB-71EC21BB2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015" y="3115683"/>
            <a:ext cx="2455792" cy="233061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6891"/>
          <p:cNvSpPr/>
          <p:nvPr/>
        </p:nvSpPr>
        <p:spPr>
          <a:xfrm flipH="1">
            <a:off x="7038229" y="3258315"/>
            <a:ext cx="1362527" cy="13623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507"/>
                  <a:pt x="0" y="13507"/>
                  <a:pt x="0" y="13507"/>
                </a:cubicBezTo>
                <a:cubicBezTo>
                  <a:pt x="0" y="17978"/>
                  <a:pt x="3622" y="21600"/>
                  <a:pt x="8112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8112"/>
                  <a:pt x="21600" y="8112"/>
                  <a:pt x="21600" y="8112"/>
                </a:cubicBezTo>
                <a:cubicBezTo>
                  <a:pt x="21600" y="3622"/>
                  <a:pt x="17978" y="0"/>
                  <a:pt x="13507" y="0"/>
                </a:cubicBezTo>
                <a:close/>
              </a:path>
            </a:pathLst>
          </a:custGeom>
          <a:solidFill>
            <a:srgbClr val="E0E0E0">
              <a:alpha val="15000"/>
            </a:srgbClr>
          </a:solidFill>
          <a:ln>
            <a:round/>
          </a:ln>
        </p:spPr>
        <p:txBody>
          <a:bodyPr lIns="0" tIns="0" rIns="0" bIns="0"/>
          <a:lstStyle/>
          <a:p>
            <a:pPr lvl="0">
              <a:buClrTx/>
            </a:pPr>
            <a:endParaRPr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8" name="Shape 6914"/>
          <p:cNvSpPr/>
          <p:nvPr/>
        </p:nvSpPr>
        <p:spPr>
          <a:xfrm>
            <a:off x="3861847" y="2069964"/>
            <a:ext cx="2365896" cy="21501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95" y="18391"/>
                </a:moveTo>
                <a:cubicBezTo>
                  <a:pt x="2131" y="18465"/>
                  <a:pt x="1144" y="18588"/>
                  <a:pt x="224" y="18761"/>
                </a:cubicBezTo>
                <a:cubicBezTo>
                  <a:pt x="90" y="19699"/>
                  <a:pt x="22" y="20637"/>
                  <a:pt x="0" y="21600"/>
                </a:cubicBezTo>
                <a:cubicBezTo>
                  <a:pt x="3701" y="21600"/>
                  <a:pt x="3701" y="21600"/>
                  <a:pt x="3701" y="21600"/>
                </a:cubicBezTo>
                <a:cubicBezTo>
                  <a:pt x="4060" y="20168"/>
                  <a:pt x="5249" y="19156"/>
                  <a:pt x="6639" y="19156"/>
                </a:cubicBezTo>
                <a:cubicBezTo>
                  <a:pt x="8030" y="19156"/>
                  <a:pt x="9219" y="20168"/>
                  <a:pt x="9600" y="21600"/>
                </a:cubicBezTo>
                <a:cubicBezTo>
                  <a:pt x="10273" y="21600"/>
                  <a:pt x="10273" y="21600"/>
                  <a:pt x="10273" y="21600"/>
                </a:cubicBezTo>
                <a:cubicBezTo>
                  <a:pt x="10295" y="20711"/>
                  <a:pt x="10430" y="19847"/>
                  <a:pt x="10654" y="18983"/>
                </a:cubicBezTo>
                <a:cubicBezTo>
                  <a:pt x="11125" y="17206"/>
                  <a:pt x="12045" y="15552"/>
                  <a:pt x="13279" y="14268"/>
                </a:cubicBezTo>
                <a:cubicBezTo>
                  <a:pt x="14467" y="12960"/>
                  <a:pt x="16015" y="12096"/>
                  <a:pt x="17675" y="11602"/>
                </a:cubicBezTo>
                <a:cubicBezTo>
                  <a:pt x="18258" y="11454"/>
                  <a:pt x="18841" y="11380"/>
                  <a:pt x="19447" y="11331"/>
                </a:cubicBezTo>
                <a:cubicBezTo>
                  <a:pt x="19447" y="9183"/>
                  <a:pt x="19447" y="9183"/>
                  <a:pt x="19447" y="9183"/>
                </a:cubicBezTo>
                <a:cubicBezTo>
                  <a:pt x="19828" y="9109"/>
                  <a:pt x="19828" y="9109"/>
                  <a:pt x="19828" y="9109"/>
                </a:cubicBezTo>
                <a:cubicBezTo>
                  <a:pt x="20860" y="8912"/>
                  <a:pt x="21600" y="7949"/>
                  <a:pt x="21600" y="6764"/>
                </a:cubicBezTo>
                <a:cubicBezTo>
                  <a:pt x="21600" y="5579"/>
                  <a:pt x="20860" y="4592"/>
                  <a:pt x="19828" y="4394"/>
                </a:cubicBezTo>
                <a:cubicBezTo>
                  <a:pt x="19447" y="4320"/>
                  <a:pt x="19447" y="4320"/>
                  <a:pt x="19447" y="4320"/>
                </a:cubicBezTo>
                <a:cubicBezTo>
                  <a:pt x="19447" y="0"/>
                  <a:pt x="19447" y="0"/>
                  <a:pt x="19447" y="0"/>
                </a:cubicBezTo>
                <a:cubicBezTo>
                  <a:pt x="18931" y="25"/>
                  <a:pt x="18437" y="49"/>
                  <a:pt x="17921" y="123"/>
                </a:cubicBezTo>
                <a:cubicBezTo>
                  <a:pt x="17720" y="1185"/>
                  <a:pt x="17563" y="2197"/>
                  <a:pt x="17450" y="3259"/>
                </a:cubicBezTo>
                <a:cubicBezTo>
                  <a:pt x="15880" y="3579"/>
                  <a:pt x="15880" y="3579"/>
                  <a:pt x="15880" y="3579"/>
                </a:cubicBezTo>
                <a:cubicBezTo>
                  <a:pt x="14355" y="4098"/>
                  <a:pt x="14355" y="4098"/>
                  <a:pt x="14355" y="4098"/>
                </a:cubicBezTo>
                <a:cubicBezTo>
                  <a:pt x="13817" y="3209"/>
                  <a:pt x="13234" y="2370"/>
                  <a:pt x="12628" y="1555"/>
                </a:cubicBezTo>
                <a:cubicBezTo>
                  <a:pt x="11080" y="2197"/>
                  <a:pt x="9622" y="3110"/>
                  <a:pt x="8277" y="4172"/>
                </a:cubicBezTo>
                <a:cubicBezTo>
                  <a:pt x="8568" y="5159"/>
                  <a:pt x="8905" y="6171"/>
                  <a:pt x="9286" y="7134"/>
                </a:cubicBezTo>
                <a:cubicBezTo>
                  <a:pt x="8882" y="7529"/>
                  <a:pt x="8456" y="7875"/>
                  <a:pt x="8075" y="8294"/>
                </a:cubicBezTo>
                <a:cubicBezTo>
                  <a:pt x="7716" y="8714"/>
                  <a:pt x="7312" y="9109"/>
                  <a:pt x="6976" y="9578"/>
                </a:cubicBezTo>
                <a:cubicBezTo>
                  <a:pt x="6123" y="9134"/>
                  <a:pt x="5226" y="8714"/>
                  <a:pt x="4329" y="8319"/>
                </a:cubicBezTo>
                <a:cubicBezTo>
                  <a:pt x="3297" y="9751"/>
                  <a:pt x="2422" y="11331"/>
                  <a:pt x="1750" y="12985"/>
                </a:cubicBezTo>
                <a:cubicBezTo>
                  <a:pt x="2490" y="13701"/>
                  <a:pt x="3230" y="14367"/>
                  <a:pt x="3993" y="15009"/>
                </a:cubicBezTo>
                <a:cubicBezTo>
                  <a:pt x="3746" y="15552"/>
                  <a:pt x="3634" y="16120"/>
                  <a:pt x="3454" y="16663"/>
                </a:cubicBezTo>
                <a:cubicBezTo>
                  <a:pt x="3275" y="17231"/>
                  <a:pt x="3207" y="17798"/>
                  <a:pt x="3095" y="18391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9" name="Shape 6915"/>
          <p:cNvSpPr/>
          <p:nvPr/>
        </p:nvSpPr>
        <p:spPr>
          <a:xfrm>
            <a:off x="6089275" y="2069962"/>
            <a:ext cx="2145376" cy="238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181"/>
                </a:moveTo>
                <a:cubicBezTo>
                  <a:pt x="1410" y="3559"/>
                  <a:pt x="2375" y="4738"/>
                  <a:pt x="2375" y="6095"/>
                </a:cubicBezTo>
                <a:cubicBezTo>
                  <a:pt x="2375" y="7452"/>
                  <a:pt x="1410" y="8609"/>
                  <a:pt x="0" y="9009"/>
                </a:cubicBezTo>
                <a:cubicBezTo>
                  <a:pt x="0" y="10188"/>
                  <a:pt x="0" y="10188"/>
                  <a:pt x="0" y="10188"/>
                </a:cubicBezTo>
                <a:cubicBezTo>
                  <a:pt x="866" y="10233"/>
                  <a:pt x="1732" y="10344"/>
                  <a:pt x="2573" y="10566"/>
                </a:cubicBezTo>
                <a:cubicBezTo>
                  <a:pt x="4379" y="11034"/>
                  <a:pt x="6037" y="11946"/>
                  <a:pt x="7324" y="13169"/>
                </a:cubicBezTo>
                <a:cubicBezTo>
                  <a:pt x="8635" y="14370"/>
                  <a:pt x="9501" y="15883"/>
                  <a:pt x="9971" y="17529"/>
                </a:cubicBezTo>
                <a:cubicBezTo>
                  <a:pt x="10120" y="18130"/>
                  <a:pt x="10219" y="18753"/>
                  <a:pt x="10268" y="19375"/>
                </a:cubicBezTo>
                <a:cubicBezTo>
                  <a:pt x="12767" y="19375"/>
                  <a:pt x="12767" y="19375"/>
                  <a:pt x="12767" y="19375"/>
                </a:cubicBezTo>
                <a:cubicBezTo>
                  <a:pt x="12841" y="19754"/>
                  <a:pt x="12841" y="19754"/>
                  <a:pt x="12841" y="19754"/>
                </a:cubicBezTo>
                <a:cubicBezTo>
                  <a:pt x="13014" y="20821"/>
                  <a:pt x="14029" y="21600"/>
                  <a:pt x="15216" y="21600"/>
                </a:cubicBezTo>
                <a:cubicBezTo>
                  <a:pt x="16404" y="21600"/>
                  <a:pt x="17394" y="20821"/>
                  <a:pt x="17592" y="19776"/>
                </a:cubicBezTo>
                <a:cubicBezTo>
                  <a:pt x="17641" y="19375"/>
                  <a:pt x="17641" y="19375"/>
                  <a:pt x="17641" y="19375"/>
                </a:cubicBezTo>
                <a:cubicBezTo>
                  <a:pt x="21600" y="19375"/>
                  <a:pt x="21600" y="19375"/>
                  <a:pt x="21600" y="19375"/>
                </a:cubicBezTo>
                <a:cubicBezTo>
                  <a:pt x="21600" y="18842"/>
                  <a:pt x="21551" y="18308"/>
                  <a:pt x="21476" y="17774"/>
                </a:cubicBezTo>
                <a:cubicBezTo>
                  <a:pt x="20437" y="17596"/>
                  <a:pt x="19423" y="17418"/>
                  <a:pt x="18359" y="17307"/>
                </a:cubicBezTo>
                <a:cubicBezTo>
                  <a:pt x="18012" y="15750"/>
                  <a:pt x="18012" y="15750"/>
                  <a:pt x="18012" y="15750"/>
                </a:cubicBezTo>
                <a:cubicBezTo>
                  <a:pt x="17518" y="14237"/>
                  <a:pt x="17518" y="14237"/>
                  <a:pt x="17518" y="14237"/>
                </a:cubicBezTo>
                <a:cubicBezTo>
                  <a:pt x="18408" y="13703"/>
                  <a:pt x="19225" y="13125"/>
                  <a:pt x="20066" y="12524"/>
                </a:cubicBezTo>
                <a:cubicBezTo>
                  <a:pt x="19423" y="10989"/>
                  <a:pt x="18482" y="9543"/>
                  <a:pt x="17443" y="8208"/>
                </a:cubicBezTo>
                <a:cubicBezTo>
                  <a:pt x="16429" y="8498"/>
                  <a:pt x="15414" y="8854"/>
                  <a:pt x="14449" y="9209"/>
                </a:cubicBezTo>
                <a:cubicBezTo>
                  <a:pt x="14078" y="8809"/>
                  <a:pt x="13732" y="8386"/>
                  <a:pt x="13287" y="8008"/>
                </a:cubicBezTo>
                <a:cubicBezTo>
                  <a:pt x="12866" y="7652"/>
                  <a:pt x="12470" y="7252"/>
                  <a:pt x="12000" y="6918"/>
                </a:cubicBezTo>
                <a:cubicBezTo>
                  <a:pt x="12470" y="6073"/>
                  <a:pt x="12891" y="5183"/>
                  <a:pt x="13262" y="4293"/>
                </a:cubicBezTo>
                <a:cubicBezTo>
                  <a:pt x="11827" y="3270"/>
                  <a:pt x="10268" y="2402"/>
                  <a:pt x="8586" y="1735"/>
                </a:cubicBezTo>
                <a:cubicBezTo>
                  <a:pt x="7868" y="2469"/>
                  <a:pt x="7200" y="3203"/>
                  <a:pt x="6581" y="3960"/>
                </a:cubicBezTo>
                <a:cubicBezTo>
                  <a:pt x="6037" y="3737"/>
                  <a:pt x="5468" y="3604"/>
                  <a:pt x="4899" y="3426"/>
                </a:cubicBezTo>
                <a:cubicBezTo>
                  <a:pt x="4355" y="3270"/>
                  <a:pt x="3761" y="3181"/>
                  <a:pt x="3192" y="3070"/>
                </a:cubicBezTo>
                <a:cubicBezTo>
                  <a:pt x="3093" y="2113"/>
                  <a:pt x="2994" y="1135"/>
                  <a:pt x="2796" y="200"/>
                </a:cubicBezTo>
                <a:cubicBezTo>
                  <a:pt x="1880" y="111"/>
                  <a:pt x="940" y="22"/>
                  <a:pt x="0" y="0"/>
                </a:cubicBezTo>
                <a:lnTo>
                  <a:pt x="0" y="3181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0" name="Shape 6916"/>
          <p:cNvSpPr/>
          <p:nvPr/>
        </p:nvSpPr>
        <p:spPr>
          <a:xfrm>
            <a:off x="3861848" y="4076564"/>
            <a:ext cx="2129989" cy="2367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530"/>
                </a:moveTo>
                <a:cubicBezTo>
                  <a:pt x="20205" y="18127"/>
                  <a:pt x="19233" y="16984"/>
                  <a:pt x="19233" y="15595"/>
                </a:cubicBezTo>
                <a:cubicBezTo>
                  <a:pt x="19233" y="14228"/>
                  <a:pt x="20205" y="13063"/>
                  <a:pt x="21600" y="12682"/>
                </a:cubicBezTo>
                <a:cubicBezTo>
                  <a:pt x="21600" y="11338"/>
                  <a:pt x="21600" y="11338"/>
                  <a:pt x="21600" y="11338"/>
                </a:cubicBezTo>
                <a:cubicBezTo>
                  <a:pt x="20778" y="11293"/>
                  <a:pt x="19956" y="11181"/>
                  <a:pt x="19158" y="10957"/>
                </a:cubicBezTo>
                <a:cubicBezTo>
                  <a:pt x="17365" y="10486"/>
                  <a:pt x="15696" y="9590"/>
                  <a:pt x="14400" y="8358"/>
                </a:cubicBezTo>
                <a:cubicBezTo>
                  <a:pt x="13080" y="7148"/>
                  <a:pt x="12208" y="5602"/>
                  <a:pt x="11709" y="3966"/>
                </a:cubicBezTo>
                <a:cubicBezTo>
                  <a:pt x="11560" y="3383"/>
                  <a:pt x="11485" y="2801"/>
                  <a:pt x="11435" y="2218"/>
                </a:cubicBezTo>
                <a:cubicBezTo>
                  <a:pt x="9841" y="2218"/>
                  <a:pt x="9841" y="2218"/>
                  <a:pt x="9841" y="2218"/>
                </a:cubicBezTo>
                <a:cubicBezTo>
                  <a:pt x="9766" y="1837"/>
                  <a:pt x="9766" y="1837"/>
                  <a:pt x="9766" y="1837"/>
                </a:cubicBezTo>
                <a:cubicBezTo>
                  <a:pt x="9592" y="784"/>
                  <a:pt x="8570" y="0"/>
                  <a:pt x="7374" y="0"/>
                </a:cubicBezTo>
                <a:cubicBezTo>
                  <a:pt x="6179" y="0"/>
                  <a:pt x="5182" y="784"/>
                  <a:pt x="4983" y="1837"/>
                </a:cubicBezTo>
                <a:cubicBezTo>
                  <a:pt x="4933" y="2218"/>
                  <a:pt x="4933" y="2218"/>
                  <a:pt x="4933" y="2218"/>
                </a:cubicBezTo>
                <a:cubicBezTo>
                  <a:pt x="0" y="2218"/>
                  <a:pt x="0" y="2218"/>
                  <a:pt x="0" y="2218"/>
                </a:cubicBezTo>
                <a:cubicBezTo>
                  <a:pt x="25" y="2711"/>
                  <a:pt x="75" y="3204"/>
                  <a:pt x="125" y="3697"/>
                </a:cubicBezTo>
                <a:cubicBezTo>
                  <a:pt x="1196" y="3899"/>
                  <a:pt x="2217" y="4056"/>
                  <a:pt x="3289" y="4168"/>
                </a:cubicBezTo>
                <a:cubicBezTo>
                  <a:pt x="3612" y="5736"/>
                  <a:pt x="3612" y="5736"/>
                  <a:pt x="3612" y="5736"/>
                </a:cubicBezTo>
                <a:cubicBezTo>
                  <a:pt x="4111" y="7260"/>
                  <a:pt x="4111" y="7260"/>
                  <a:pt x="4111" y="7260"/>
                </a:cubicBezTo>
                <a:cubicBezTo>
                  <a:pt x="3239" y="7820"/>
                  <a:pt x="2392" y="8380"/>
                  <a:pt x="1570" y="8985"/>
                </a:cubicBezTo>
                <a:cubicBezTo>
                  <a:pt x="2217" y="10554"/>
                  <a:pt x="3139" y="11988"/>
                  <a:pt x="4210" y="13354"/>
                </a:cubicBezTo>
                <a:cubicBezTo>
                  <a:pt x="5207" y="13063"/>
                  <a:pt x="6228" y="12705"/>
                  <a:pt x="7200" y="12324"/>
                </a:cubicBezTo>
                <a:cubicBezTo>
                  <a:pt x="7599" y="12727"/>
                  <a:pt x="7947" y="13175"/>
                  <a:pt x="8371" y="13534"/>
                </a:cubicBezTo>
                <a:cubicBezTo>
                  <a:pt x="8794" y="13915"/>
                  <a:pt x="9193" y="14318"/>
                  <a:pt x="9666" y="14632"/>
                </a:cubicBezTo>
                <a:cubicBezTo>
                  <a:pt x="9218" y="15505"/>
                  <a:pt x="8794" y="16379"/>
                  <a:pt x="8421" y="17298"/>
                </a:cubicBezTo>
                <a:cubicBezTo>
                  <a:pt x="9841" y="18329"/>
                  <a:pt x="11435" y="19180"/>
                  <a:pt x="13104" y="19852"/>
                </a:cubicBezTo>
                <a:cubicBezTo>
                  <a:pt x="13827" y="19135"/>
                  <a:pt x="14500" y="18396"/>
                  <a:pt x="15147" y="17634"/>
                </a:cubicBezTo>
                <a:cubicBezTo>
                  <a:pt x="15671" y="17858"/>
                  <a:pt x="16269" y="17970"/>
                  <a:pt x="16817" y="18149"/>
                </a:cubicBezTo>
                <a:cubicBezTo>
                  <a:pt x="17390" y="18329"/>
                  <a:pt x="17963" y="18418"/>
                  <a:pt x="18561" y="18530"/>
                </a:cubicBezTo>
                <a:cubicBezTo>
                  <a:pt x="18635" y="19494"/>
                  <a:pt x="18760" y="20457"/>
                  <a:pt x="18934" y="21398"/>
                </a:cubicBezTo>
                <a:cubicBezTo>
                  <a:pt x="19806" y="21510"/>
                  <a:pt x="20703" y="21578"/>
                  <a:pt x="21600" y="21600"/>
                </a:cubicBezTo>
                <a:lnTo>
                  <a:pt x="21600" y="18530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1" name="Shape 6917"/>
          <p:cNvSpPr/>
          <p:nvPr/>
        </p:nvSpPr>
        <p:spPr>
          <a:xfrm>
            <a:off x="5853370" y="4309016"/>
            <a:ext cx="2381281" cy="21347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46" y="3107"/>
                </a:moveTo>
                <a:cubicBezTo>
                  <a:pt x="19482" y="3008"/>
                  <a:pt x="20463" y="2908"/>
                  <a:pt x="21399" y="2734"/>
                </a:cubicBezTo>
                <a:cubicBezTo>
                  <a:pt x="21511" y="1814"/>
                  <a:pt x="21578" y="920"/>
                  <a:pt x="21600" y="0"/>
                </a:cubicBezTo>
                <a:cubicBezTo>
                  <a:pt x="18769" y="0"/>
                  <a:pt x="18769" y="0"/>
                  <a:pt x="18769" y="0"/>
                </a:cubicBezTo>
                <a:cubicBezTo>
                  <a:pt x="18412" y="1491"/>
                  <a:pt x="17231" y="2461"/>
                  <a:pt x="15849" y="2461"/>
                </a:cubicBezTo>
                <a:cubicBezTo>
                  <a:pt x="14467" y="2461"/>
                  <a:pt x="13285" y="1491"/>
                  <a:pt x="12907" y="0"/>
                </a:cubicBezTo>
                <a:cubicBezTo>
                  <a:pt x="11391" y="0"/>
                  <a:pt x="11391" y="0"/>
                  <a:pt x="11391" y="0"/>
                </a:cubicBezTo>
                <a:cubicBezTo>
                  <a:pt x="11346" y="845"/>
                  <a:pt x="11235" y="1665"/>
                  <a:pt x="11012" y="2486"/>
                </a:cubicBezTo>
                <a:cubicBezTo>
                  <a:pt x="10544" y="4300"/>
                  <a:pt x="9630" y="5941"/>
                  <a:pt x="8426" y="7258"/>
                </a:cubicBezTo>
                <a:cubicBezTo>
                  <a:pt x="7222" y="8575"/>
                  <a:pt x="5684" y="9445"/>
                  <a:pt x="4057" y="9942"/>
                </a:cubicBezTo>
                <a:cubicBezTo>
                  <a:pt x="3433" y="10092"/>
                  <a:pt x="2786" y="10191"/>
                  <a:pt x="2140" y="10216"/>
                </a:cubicBezTo>
                <a:cubicBezTo>
                  <a:pt x="2140" y="12503"/>
                  <a:pt x="2140" y="12503"/>
                  <a:pt x="2140" y="12503"/>
                </a:cubicBezTo>
                <a:cubicBezTo>
                  <a:pt x="1761" y="12577"/>
                  <a:pt x="1761" y="12577"/>
                  <a:pt x="1761" y="12577"/>
                </a:cubicBezTo>
                <a:cubicBezTo>
                  <a:pt x="736" y="12801"/>
                  <a:pt x="0" y="13770"/>
                  <a:pt x="0" y="14939"/>
                </a:cubicBezTo>
                <a:cubicBezTo>
                  <a:pt x="0" y="16132"/>
                  <a:pt x="736" y="17101"/>
                  <a:pt x="1761" y="17325"/>
                </a:cubicBezTo>
                <a:cubicBezTo>
                  <a:pt x="2140" y="17399"/>
                  <a:pt x="2140" y="17399"/>
                  <a:pt x="2140" y="17399"/>
                </a:cubicBezTo>
                <a:cubicBezTo>
                  <a:pt x="2140" y="21600"/>
                  <a:pt x="2140" y="21600"/>
                  <a:pt x="2140" y="21600"/>
                </a:cubicBezTo>
                <a:cubicBezTo>
                  <a:pt x="2697" y="21600"/>
                  <a:pt x="3254" y="21550"/>
                  <a:pt x="3789" y="21476"/>
                </a:cubicBezTo>
                <a:cubicBezTo>
                  <a:pt x="3990" y="20432"/>
                  <a:pt x="4146" y="19413"/>
                  <a:pt x="4258" y="18344"/>
                </a:cubicBezTo>
                <a:cubicBezTo>
                  <a:pt x="5818" y="18021"/>
                  <a:pt x="5818" y="18021"/>
                  <a:pt x="5818" y="18021"/>
                </a:cubicBezTo>
                <a:cubicBezTo>
                  <a:pt x="7356" y="17499"/>
                  <a:pt x="7356" y="17499"/>
                  <a:pt x="7356" y="17499"/>
                </a:cubicBezTo>
                <a:cubicBezTo>
                  <a:pt x="7891" y="18394"/>
                  <a:pt x="8448" y="19214"/>
                  <a:pt x="9050" y="20059"/>
                </a:cubicBezTo>
                <a:cubicBezTo>
                  <a:pt x="10611" y="19413"/>
                  <a:pt x="12037" y="18468"/>
                  <a:pt x="13397" y="17424"/>
                </a:cubicBezTo>
                <a:cubicBezTo>
                  <a:pt x="13107" y="16405"/>
                  <a:pt x="12750" y="15386"/>
                  <a:pt x="12372" y="14417"/>
                </a:cubicBezTo>
                <a:cubicBezTo>
                  <a:pt x="12773" y="14044"/>
                  <a:pt x="13219" y="13696"/>
                  <a:pt x="13575" y="13248"/>
                </a:cubicBezTo>
                <a:cubicBezTo>
                  <a:pt x="13954" y="12826"/>
                  <a:pt x="14355" y="12453"/>
                  <a:pt x="14667" y="11981"/>
                </a:cubicBezTo>
                <a:cubicBezTo>
                  <a:pt x="15515" y="12428"/>
                  <a:pt x="16406" y="12826"/>
                  <a:pt x="17320" y="13223"/>
                </a:cubicBezTo>
                <a:cubicBezTo>
                  <a:pt x="18346" y="11782"/>
                  <a:pt x="19193" y="10216"/>
                  <a:pt x="19861" y="8526"/>
                </a:cubicBezTo>
                <a:cubicBezTo>
                  <a:pt x="19148" y="7805"/>
                  <a:pt x="18412" y="7134"/>
                  <a:pt x="17654" y="6512"/>
                </a:cubicBezTo>
                <a:cubicBezTo>
                  <a:pt x="17877" y="5965"/>
                  <a:pt x="17989" y="5394"/>
                  <a:pt x="18167" y="4822"/>
                </a:cubicBezTo>
                <a:cubicBezTo>
                  <a:pt x="18346" y="4275"/>
                  <a:pt x="18412" y="3679"/>
                  <a:pt x="18546" y="3107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2" name="Shape 6926"/>
          <p:cNvSpPr/>
          <p:nvPr/>
        </p:nvSpPr>
        <p:spPr>
          <a:xfrm>
            <a:off x="3245943" y="2580194"/>
            <a:ext cx="1276023" cy="5948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3" name="Shape 6927"/>
          <p:cNvSpPr/>
          <p:nvPr/>
        </p:nvSpPr>
        <p:spPr>
          <a:xfrm>
            <a:off x="3245942" y="4861367"/>
            <a:ext cx="700119" cy="203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4" name="Shape 6928"/>
          <p:cNvSpPr/>
          <p:nvPr/>
        </p:nvSpPr>
        <p:spPr>
          <a:xfrm flipH="1">
            <a:off x="7762549" y="2580224"/>
            <a:ext cx="1172220" cy="1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5" name="Shape 6929"/>
          <p:cNvSpPr/>
          <p:nvPr/>
        </p:nvSpPr>
        <p:spPr>
          <a:xfrm flipH="1">
            <a:off x="7966586" y="4861371"/>
            <a:ext cx="968183" cy="1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-894766" y="-296152"/>
            <a:ext cx="9645421" cy="2120442"/>
            <a:chOff x="-894766" y="-296152"/>
            <a:chExt cx="9645421" cy="2120442"/>
          </a:xfrm>
        </p:grpSpPr>
        <p:grpSp>
          <p:nvGrpSpPr>
            <p:cNvPr id="61" name="组合 60"/>
            <p:cNvGrpSpPr/>
            <p:nvPr/>
          </p:nvGrpSpPr>
          <p:grpSpPr>
            <a:xfrm>
              <a:off x="3561340" y="358469"/>
              <a:ext cx="5189315" cy="774677"/>
              <a:chOff x="3158946" y="300682"/>
              <a:chExt cx="5189315" cy="774677"/>
            </a:xfrm>
          </p:grpSpPr>
          <p:sp>
            <p:nvSpPr>
    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  <p:cNvSpPr txBox="1"/>
              <p:nvPr/>
            </p:nvSpPr>
            <p:spPr>
              <a:xfrm>
                <a:off x="3158946" y="300682"/>
                <a:ext cx="5055870" cy="518160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vi-VN" sz="2800" b="1" dirty="0">
                    <a:solidFill>
                      <a:schemeClr val="bg1"/>
                    </a:solidFill>
                    <a:latin typeface="#9Slide03 Arima Madurai" panose="00000500000000000000" pitchFamily="2" charset="0"/>
                    <a:ea typeface="Noto Sans"/>
                    <a:cs typeface="#9Slide03 Arima Madurai" panose="00000500000000000000" pitchFamily="2" charset="0"/>
                    <a:sym typeface="Century Gothic" panose="020B0502020202020204" pitchFamily="34" charset="0"/>
                  </a:rPr>
                  <a:t>Logistic Regression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Century Gothic" panose="020B0502020202020204" pitchFamily="34" charset="0"/>
                </a:endParaRPr>
              </a:p>
            </p:txBody>
          </p:sp>
          <p:sp>
            <p:nvSpPr>
              <p:cNvPr id="63" name="AutoShape 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  <p:cNvSpPr/>
              <p:nvPr/>
            </p:nvSpPr>
            <p:spPr bwMode="auto">
              <a:xfrm>
                <a:off x="4642401" y="907719"/>
                <a:ext cx="3705860" cy="16764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noAutofit/>
              </a:bodyPr>
              <a:lstStyle>
                <a:lvl1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1pPr>
                <a:lvl2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2pPr>
                <a:lvl3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3pPr>
                <a:lvl4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4pPr>
                <a:lvl5pPr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5pPr>
                <a:lvl6pPr marL="39243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6pPr>
                <a:lvl7pPr marL="43815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7pPr>
                <a:lvl8pPr marL="48387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8pPr>
                <a:lvl9pPr marL="5295900" indent="-927100" algn="ctr" defTabSz="82550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SzPct val="75000"/>
                  <a:buChar char="•"/>
                  <a:defRPr sz="7600">
                    <a:solidFill>
                      <a:srgbClr val="777776"/>
                    </a:solidFill>
                    <a:latin typeface="Open Sans" panose="020B0606030504020204" pitchFamily="34" charset="0"/>
                    <a:cs typeface="Open Sans" panose="020B0606030504020204" pitchFamily="34" charset="0"/>
                    <a:sym typeface="Open Sans" panose="020B0606030504020204" pitchFamily="34" charset="0"/>
                  </a:defRPr>
                </a:lvl9pPr>
              </a:lstStyle>
              <a:p>
                <a:pPr lvl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Chi </a:t>
                </a:r>
                <a:r>
                  <a:rPr lang="en-US" sz="16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tiết</a:t>
                </a:r>
                <a:r>
                  <a:rPr lang="en-US" sz="16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và</a:t>
                </a:r>
                <a:r>
                  <a:rPr lang="en-US" sz="16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ứng</a:t>
                </a:r>
                <a:r>
                  <a:rPr lang="en-US" sz="1600" dirty="0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 </a:t>
                </a:r>
                <a:r>
                  <a:rPr lang="en-US" sz="1600" dirty="0" err="1">
                    <a:solidFill>
                      <a:srgbClr val="0FF3FF"/>
                    </a:solidFill>
                    <a:latin typeface="#9Slide03 Arima Madurai" panose="00000500000000000000" pitchFamily="2" charset="0"/>
                    <a:ea typeface="Microsoft YaHei UI Light" panose="020B0502040204020203" pitchFamily="34" charset="-122"/>
                    <a:cs typeface="#9Slide03 Arima Madurai" panose="00000500000000000000" pitchFamily="2" charset="0"/>
                  </a:rPr>
                  <a:t>dụng</a:t>
                </a:r>
                <a:endParaRPr kumimoji="0" lang="id-ID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FF3FF"/>
                  </a:solidFill>
                  <a:effectLst/>
                  <a:uLnTx/>
                  <a:uFillTx/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</p:grpSp>
        <p:pic>
          <p:nvPicPr>
            <p:cNvPr id="64" name="图片 6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94766" y="-296152"/>
              <a:ext cx="4240883" cy="212044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E4613C-083A-D5B5-65B2-DC229B78A982}"/>
              </a:ext>
            </a:extLst>
          </p:cNvPr>
          <p:cNvGrpSpPr/>
          <p:nvPr/>
        </p:nvGrpSpPr>
        <p:grpSpPr>
          <a:xfrm>
            <a:off x="8845885" y="1788976"/>
            <a:ext cx="2704699" cy="1445909"/>
            <a:chOff x="8845885" y="1788976"/>
            <a:chExt cx="2704699" cy="1445909"/>
          </a:xfrm>
        </p:grpSpPr>
        <p:sp>
          <p:nvSpPr>
            <p:cNvPr id="32" name="矩形 31"/>
            <p:cNvSpPr/>
            <p:nvPr/>
          </p:nvSpPr>
          <p:spPr>
            <a:xfrm>
              <a:off x="8845885" y="1788976"/>
              <a:ext cx="2241283" cy="335280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Định 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nghĩa</a:t>
              </a:r>
              <a:endParaRPr lang="en-US" altLang="zh-CN" sz="16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9ED5693-FF88-11B8-0659-2B878EFACB73}"/>
                </a:ext>
              </a:extLst>
            </p:cNvPr>
            <p:cNvSpPr txBox="1"/>
            <p:nvPr/>
          </p:nvSpPr>
          <p:spPr>
            <a:xfrm>
              <a:off x="8934769" y="2199986"/>
              <a:ext cx="2615815" cy="1034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Thuật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toán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loại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nhị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dự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đoán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xác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suất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</a:t>
              </a:r>
            </a:p>
            <a:p>
              <a:pPr>
                <a:lnSpc>
                  <a:spcPct val="150000"/>
                </a:lnSpc>
              </a:pPr>
              <a:endPara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BEE562-789A-6B79-2C91-FBFD21DB6126}"/>
              </a:ext>
            </a:extLst>
          </p:cNvPr>
          <p:cNvGrpSpPr/>
          <p:nvPr/>
        </p:nvGrpSpPr>
        <p:grpSpPr>
          <a:xfrm>
            <a:off x="8845884" y="4323277"/>
            <a:ext cx="2814764" cy="1813712"/>
            <a:chOff x="8845884" y="4323277"/>
            <a:chExt cx="2814764" cy="1813712"/>
          </a:xfrm>
        </p:grpSpPr>
        <p:sp>
          <p:nvSpPr>
            <p:cNvPr id="38" name="矩形 37"/>
            <p:cNvSpPr/>
            <p:nvPr/>
          </p:nvSpPr>
          <p:spPr>
            <a:xfrm>
              <a:off x="8845884" y="4323277"/>
              <a:ext cx="2241283" cy="335280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vi-VN" sz="16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Nguyên </a:t>
              </a:r>
              <a:r>
                <a:rPr lang="en-US" altLang="vi-VN" sz="16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lý</a:t>
              </a:r>
              <a:endParaRPr lang="en-US" altLang="zh-CN" sz="16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D4619E-90C0-0874-8801-EF079CA79C3E}"/>
                </a:ext>
              </a:extLst>
            </p:cNvPr>
            <p:cNvSpPr txBox="1"/>
            <p:nvPr/>
          </p:nvSpPr>
          <p:spPr>
            <a:xfrm>
              <a:off x="8962241" y="4778925"/>
              <a:ext cx="2698407" cy="1358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Mở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rộng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hồi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quy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tuyến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tính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dùng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hàm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Sigmoid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để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ánh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xạ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kết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quả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về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xác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suất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(0-1).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3CC3336-4907-465F-DC7A-13CECBAAA69C}"/>
              </a:ext>
            </a:extLst>
          </p:cNvPr>
          <p:cNvGrpSpPr/>
          <p:nvPr/>
        </p:nvGrpSpPr>
        <p:grpSpPr>
          <a:xfrm>
            <a:off x="-457760" y="4331892"/>
            <a:ext cx="4341713" cy="2128262"/>
            <a:chOff x="-457760" y="4331892"/>
            <a:chExt cx="4341713" cy="2128262"/>
          </a:xfrm>
        </p:grpSpPr>
        <p:sp>
          <p:nvSpPr>
            <p:cNvPr id="35" name="矩形 34"/>
            <p:cNvSpPr/>
            <p:nvPr/>
          </p:nvSpPr>
          <p:spPr>
            <a:xfrm>
              <a:off x="20746" y="4331892"/>
              <a:ext cx="2241283" cy="335280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vi-VN" sz="16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Quy </a:t>
              </a:r>
              <a:r>
                <a:rPr lang="en-US" altLang="vi-VN" sz="16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trình</a:t>
              </a:r>
              <a:endParaRPr lang="zh-CN" altLang="en-US" sz="16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119C71-95FC-2D80-78DD-7A581C12D418}"/>
                </a:ext>
              </a:extLst>
            </p:cNvPr>
            <p:cNvSpPr txBox="1"/>
            <p:nvPr/>
          </p:nvSpPr>
          <p:spPr>
            <a:xfrm>
              <a:off x="-457760" y="4778925"/>
              <a:ext cx="4341713" cy="1681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Chuẩn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bị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dữ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liệu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biến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độc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lập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mục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tiêu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nhị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).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Áp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dụng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hàm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Sigmoid.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Tối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ưu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hàm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mất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mát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(Cross-Entropy Loss)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bằng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Gradient Descent.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AB8EE38-BE2A-2381-54D1-E31EC33A3F6C}"/>
              </a:ext>
            </a:extLst>
          </p:cNvPr>
          <p:cNvGrpSpPr/>
          <p:nvPr/>
        </p:nvGrpSpPr>
        <p:grpSpPr>
          <a:xfrm>
            <a:off x="-247056" y="1824290"/>
            <a:ext cx="4131010" cy="1733760"/>
            <a:chOff x="-247056" y="1824290"/>
            <a:chExt cx="4131010" cy="1733760"/>
          </a:xfrm>
        </p:grpSpPr>
        <p:sp>
          <p:nvSpPr>
            <p:cNvPr id="29" name="矩形 28"/>
            <p:cNvSpPr/>
            <p:nvPr/>
          </p:nvSpPr>
          <p:spPr>
            <a:xfrm>
              <a:off x="734297" y="1824290"/>
              <a:ext cx="2241283" cy="335280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Ứng</a:t>
              </a:r>
              <a:r>
                <a:rPr lang="en-US" altLang="zh-CN" sz="16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dụng</a:t>
              </a:r>
              <a:r>
                <a:rPr lang="en-US" altLang="zh-CN" sz="16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, 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hạn</a:t>
              </a:r>
              <a:r>
                <a:rPr lang="en-US" altLang="zh-CN" sz="16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chế</a:t>
              </a:r>
              <a:endParaRPr lang="en-US" altLang="zh-CN" sz="16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81D12F-E66C-5842-D8C1-A9AF47DC8976}"/>
                </a:ext>
              </a:extLst>
            </p:cNvPr>
            <p:cNvSpPr txBox="1"/>
            <p:nvPr/>
          </p:nvSpPr>
          <p:spPr>
            <a:xfrm>
              <a:off x="-247056" y="2199986"/>
              <a:ext cx="4131010" cy="1358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loại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khách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hàng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đánh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giá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rủi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ro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tín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dụng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loại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spam.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Không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xử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lý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tốt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quan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hệ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phi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tuyến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nhạy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cảm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với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dữ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liệu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nhiễu</a:t>
              </a:r>
              <a:endParaRPr lang="en-US" sz="11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3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9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6342742" y="2060752"/>
            <a:ext cx="5153933" cy="1762126"/>
          </a:xfrm>
          <a:custGeom>
            <a:avLst/>
            <a:gdLst>
              <a:gd name="connsiteX0" fmla="*/ 0 w 5153933"/>
              <a:gd name="connsiteY0" fmla="*/ 881062 h 1762126"/>
              <a:gd name="connsiteX1" fmla="*/ 0 w 5153933"/>
              <a:gd name="connsiteY1" fmla="*/ 881063 h 1762126"/>
              <a:gd name="connsiteX2" fmla="*/ 0 w 5153933"/>
              <a:gd name="connsiteY2" fmla="*/ 881063 h 1762126"/>
              <a:gd name="connsiteX3" fmla="*/ 881063 w 5153933"/>
              <a:gd name="connsiteY3" fmla="*/ 0 h 1762126"/>
              <a:gd name="connsiteX4" fmla="*/ 5153933 w 5153933"/>
              <a:gd name="connsiteY4" fmla="*/ 0 h 1762126"/>
              <a:gd name="connsiteX5" fmla="*/ 5153933 w 5153933"/>
              <a:gd name="connsiteY5" fmla="*/ 1762126 h 1762126"/>
              <a:gd name="connsiteX6" fmla="*/ 881063 w 5153933"/>
              <a:gd name="connsiteY6" fmla="*/ 1762125 h 1762126"/>
              <a:gd name="connsiteX7" fmla="*/ 17900 w 5153933"/>
              <a:gd name="connsiteY7" fmla="*/ 1058627 h 1762126"/>
              <a:gd name="connsiteX8" fmla="*/ 0 w 5153933"/>
              <a:gd name="connsiteY8" fmla="*/ 881063 h 1762126"/>
              <a:gd name="connsiteX9" fmla="*/ 17900 w 5153933"/>
              <a:gd name="connsiteY9" fmla="*/ 703498 h 1762126"/>
              <a:gd name="connsiteX10" fmla="*/ 881063 w 5153933"/>
              <a:gd name="connsiteY10" fmla="*/ 0 h 176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53933" h="1762126">
                <a:moveTo>
                  <a:pt x="0" y="881062"/>
                </a:moveTo>
                <a:lnTo>
                  <a:pt x="0" y="881063"/>
                </a:lnTo>
                <a:lnTo>
                  <a:pt x="0" y="881063"/>
                </a:lnTo>
                <a:close/>
                <a:moveTo>
                  <a:pt x="881063" y="0"/>
                </a:moveTo>
                <a:lnTo>
                  <a:pt x="5153933" y="0"/>
                </a:lnTo>
                <a:lnTo>
                  <a:pt x="5153933" y="1762126"/>
                </a:lnTo>
                <a:lnTo>
                  <a:pt x="881063" y="1762125"/>
                </a:lnTo>
                <a:cubicBezTo>
                  <a:pt x="455290" y="1762125"/>
                  <a:pt x="100056" y="1460113"/>
                  <a:pt x="17900" y="1058627"/>
                </a:cubicBezTo>
                <a:lnTo>
                  <a:pt x="0" y="881063"/>
                </a:lnTo>
                <a:lnTo>
                  <a:pt x="17900" y="703498"/>
                </a:lnTo>
                <a:cubicBezTo>
                  <a:pt x="100056" y="302012"/>
                  <a:pt x="455290" y="0"/>
                  <a:pt x="881063" y="0"/>
                </a:cubicBezTo>
                <a:close/>
              </a:path>
            </a:pathLst>
          </a:custGeom>
          <a:noFill/>
          <a:ln>
            <a:solidFill>
              <a:srgbClr val="6AE7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6342742" y="4078237"/>
            <a:ext cx="5153933" cy="1762126"/>
          </a:xfrm>
          <a:custGeom>
            <a:avLst/>
            <a:gdLst>
              <a:gd name="connsiteX0" fmla="*/ 0 w 5153933"/>
              <a:gd name="connsiteY0" fmla="*/ 881062 h 1762126"/>
              <a:gd name="connsiteX1" fmla="*/ 0 w 5153933"/>
              <a:gd name="connsiteY1" fmla="*/ 881063 h 1762126"/>
              <a:gd name="connsiteX2" fmla="*/ 0 w 5153933"/>
              <a:gd name="connsiteY2" fmla="*/ 881063 h 1762126"/>
              <a:gd name="connsiteX3" fmla="*/ 881063 w 5153933"/>
              <a:gd name="connsiteY3" fmla="*/ 0 h 1762126"/>
              <a:gd name="connsiteX4" fmla="*/ 5153933 w 5153933"/>
              <a:gd name="connsiteY4" fmla="*/ 0 h 1762126"/>
              <a:gd name="connsiteX5" fmla="*/ 5153933 w 5153933"/>
              <a:gd name="connsiteY5" fmla="*/ 1762126 h 1762126"/>
              <a:gd name="connsiteX6" fmla="*/ 881063 w 5153933"/>
              <a:gd name="connsiteY6" fmla="*/ 1762125 h 1762126"/>
              <a:gd name="connsiteX7" fmla="*/ 17900 w 5153933"/>
              <a:gd name="connsiteY7" fmla="*/ 1058627 h 1762126"/>
              <a:gd name="connsiteX8" fmla="*/ 0 w 5153933"/>
              <a:gd name="connsiteY8" fmla="*/ 881063 h 1762126"/>
              <a:gd name="connsiteX9" fmla="*/ 17900 w 5153933"/>
              <a:gd name="connsiteY9" fmla="*/ 703498 h 1762126"/>
              <a:gd name="connsiteX10" fmla="*/ 881063 w 5153933"/>
              <a:gd name="connsiteY10" fmla="*/ 0 h 176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53933" h="1762126">
                <a:moveTo>
                  <a:pt x="0" y="881062"/>
                </a:moveTo>
                <a:lnTo>
                  <a:pt x="0" y="881063"/>
                </a:lnTo>
                <a:lnTo>
                  <a:pt x="0" y="881063"/>
                </a:lnTo>
                <a:close/>
                <a:moveTo>
                  <a:pt x="881063" y="0"/>
                </a:moveTo>
                <a:lnTo>
                  <a:pt x="5153933" y="0"/>
                </a:lnTo>
                <a:lnTo>
                  <a:pt x="5153933" y="1762126"/>
                </a:lnTo>
                <a:lnTo>
                  <a:pt x="881063" y="1762125"/>
                </a:lnTo>
                <a:cubicBezTo>
                  <a:pt x="455290" y="1762125"/>
                  <a:pt x="100056" y="1460113"/>
                  <a:pt x="17900" y="1058627"/>
                </a:cubicBezTo>
                <a:lnTo>
                  <a:pt x="0" y="881063"/>
                </a:lnTo>
                <a:lnTo>
                  <a:pt x="17900" y="703498"/>
                </a:lnTo>
                <a:cubicBezTo>
                  <a:pt x="100056" y="302012"/>
                  <a:pt x="455290" y="0"/>
                  <a:pt x="881063" y="0"/>
                </a:cubicBezTo>
                <a:close/>
              </a:path>
            </a:pathLst>
          </a:custGeom>
          <a:noFill/>
          <a:ln>
            <a:solidFill>
              <a:srgbClr val="6AE7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9" name="任意多边形: 形状 8"/>
          <p:cNvSpPr/>
          <p:nvPr/>
        </p:nvSpPr>
        <p:spPr>
          <a:xfrm flipH="1">
            <a:off x="695325" y="2060752"/>
            <a:ext cx="5153933" cy="1762126"/>
          </a:xfrm>
          <a:custGeom>
            <a:avLst/>
            <a:gdLst>
              <a:gd name="connsiteX0" fmla="*/ 0 w 5153933"/>
              <a:gd name="connsiteY0" fmla="*/ 881062 h 1762126"/>
              <a:gd name="connsiteX1" fmla="*/ 0 w 5153933"/>
              <a:gd name="connsiteY1" fmla="*/ 881063 h 1762126"/>
              <a:gd name="connsiteX2" fmla="*/ 0 w 5153933"/>
              <a:gd name="connsiteY2" fmla="*/ 881063 h 1762126"/>
              <a:gd name="connsiteX3" fmla="*/ 881063 w 5153933"/>
              <a:gd name="connsiteY3" fmla="*/ 0 h 1762126"/>
              <a:gd name="connsiteX4" fmla="*/ 5153933 w 5153933"/>
              <a:gd name="connsiteY4" fmla="*/ 0 h 1762126"/>
              <a:gd name="connsiteX5" fmla="*/ 5153933 w 5153933"/>
              <a:gd name="connsiteY5" fmla="*/ 1762126 h 1762126"/>
              <a:gd name="connsiteX6" fmla="*/ 881063 w 5153933"/>
              <a:gd name="connsiteY6" fmla="*/ 1762125 h 1762126"/>
              <a:gd name="connsiteX7" fmla="*/ 17900 w 5153933"/>
              <a:gd name="connsiteY7" fmla="*/ 1058627 h 1762126"/>
              <a:gd name="connsiteX8" fmla="*/ 0 w 5153933"/>
              <a:gd name="connsiteY8" fmla="*/ 881063 h 1762126"/>
              <a:gd name="connsiteX9" fmla="*/ 17900 w 5153933"/>
              <a:gd name="connsiteY9" fmla="*/ 703498 h 1762126"/>
              <a:gd name="connsiteX10" fmla="*/ 881063 w 5153933"/>
              <a:gd name="connsiteY10" fmla="*/ 0 h 176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53933" h="1762126">
                <a:moveTo>
                  <a:pt x="0" y="881062"/>
                </a:moveTo>
                <a:lnTo>
                  <a:pt x="0" y="881063"/>
                </a:lnTo>
                <a:lnTo>
                  <a:pt x="0" y="881063"/>
                </a:lnTo>
                <a:close/>
                <a:moveTo>
                  <a:pt x="881063" y="0"/>
                </a:moveTo>
                <a:lnTo>
                  <a:pt x="5153933" y="0"/>
                </a:lnTo>
                <a:lnTo>
                  <a:pt x="5153933" y="1762126"/>
                </a:lnTo>
                <a:lnTo>
                  <a:pt x="881063" y="1762125"/>
                </a:lnTo>
                <a:cubicBezTo>
                  <a:pt x="455290" y="1762125"/>
                  <a:pt x="100056" y="1460113"/>
                  <a:pt x="17900" y="1058627"/>
                </a:cubicBezTo>
                <a:lnTo>
                  <a:pt x="0" y="881063"/>
                </a:lnTo>
                <a:lnTo>
                  <a:pt x="17900" y="703498"/>
                </a:lnTo>
                <a:cubicBezTo>
                  <a:pt x="100056" y="302012"/>
                  <a:pt x="455290" y="0"/>
                  <a:pt x="881063" y="0"/>
                </a:cubicBezTo>
                <a:close/>
              </a:path>
            </a:pathLst>
          </a:custGeom>
          <a:noFill/>
          <a:ln>
            <a:solidFill>
              <a:srgbClr val="6AE7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10" name="任意多边形: 形状 9"/>
          <p:cNvSpPr/>
          <p:nvPr/>
        </p:nvSpPr>
        <p:spPr>
          <a:xfrm flipH="1">
            <a:off x="695325" y="4078237"/>
            <a:ext cx="5153933" cy="1762126"/>
          </a:xfrm>
          <a:custGeom>
            <a:avLst/>
            <a:gdLst>
              <a:gd name="connsiteX0" fmla="*/ 0 w 5153933"/>
              <a:gd name="connsiteY0" fmla="*/ 881062 h 1762126"/>
              <a:gd name="connsiteX1" fmla="*/ 0 w 5153933"/>
              <a:gd name="connsiteY1" fmla="*/ 881063 h 1762126"/>
              <a:gd name="connsiteX2" fmla="*/ 0 w 5153933"/>
              <a:gd name="connsiteY2" fmla="*/ 881063 h 1762126"/>
              <a:gd name="connsiteX3" fmla="*/ 881063 w 5153933"/>
              <a:gd name="connsiteY3" fmla="*/ 0 h 1762126"/>
              <a:gd name="connsiteX4" fmla="*/ 5153933 w 5153933"/>
              <a:gd name="connsiteY4" fmla="*/ 0 h 1762126"/>
              <a:gd name="connsiteX5" fmla="*/ 5153933 w 5153933"/>
              <a:gd name="connsiteY5" fmla="*/ 1762126 h 1762126"/>
              <a:gd name="connsiteX6" fmla="*/ 881063 w 5153933"/>
              <a:gd name="connsiteY6" fmla="*/ 1762125 h 1762126"/>
              <a:gd name="connsiteX7" fmla="*/ 17900 w 5153933"/>
              <a:gd name="connsiteY7" fmla="*/ 1058627 h 1762126"/>
              <a:gd name="connsiteX8" fmla="*/ 0 w 5153933"/>
              <a:gd name="connsiteY8" fmla="*/ 881063 h 1762126"/>
              <a:gd name="connsiteX9" fmla="*/ 17900 w 5153933"/>
              <a:gd name="connsiteY9" fmla="*/ 703498 h 1762126"/>
              <a:gd name="connsiteX10" fmla="*/ 881063 w 5153933"/>
              <a:gd name="connsiteY10" fmla="*/ 0 h 176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53933" h="1762126">
                <a:moveTo>
                  <a:pt x="0" y="881062"/>
                </a:moveTo>
                <a:lnTo>
                  <a:pt x="0" y="881063"/>
                </a:lnTo>
                <a:lnTo>
                  <a:pt x="0" y="881063"/>
                </a:lnTo>
                <a:close/>
                <a:moveTo>
                  <a:pt x="881063" y="0"/>
                </a:moveTo>
                <a:lnTo>
                  <a:pt x="5153933" y="0"/>
                </a:lnTo>
                <a:lnTo>
                  <a:pt x="5153933" y="1762126"/>
                </a:lnTo>
                <a:lnTo>
                  <a:pt x="881063" y="1762125"/>
                </a:lnTo>
                <a:cubicBezTo>
                  <a:pt x="455290" y="1762125"/>
                  <a:pt x="100056" y="1460113"/>
                  <a:pt x="17900" y="1058627"/>
                </a:cubicBezTo>
                <a:lnTo>
                  <a:pt x="0" y="881063"/>
                </a:lnTo>
                <a:lnTo>
                  <a:pt x="17900" y="703498"/>
                </a:lnTo>
                <a:cubicBezTo>
                  <a:pt x="100056" y="302012"/>
                  <a:pt x="455290" y="0"/>
                  <a:pt x="881063" y="0"/>
                </a:cubicBezTo>
                <a:close/>
              </a:path>
            </a:pathLst>
          </a:custGeom>
          <a:noFill/>
          <a:ln>
            <a:solidFill>
              <a:srgbClr val="6AE7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104869" y="2135085"/>
            <a:ext cx="2994140" cy="1494749"/>
            <a:chOff x="1818112" y="2041556"/>
            <a:chExt cx="2567080" cy="1205807"/>
          </a:xfrm>
        </p:grpSpPr>
        <p:sp>
          <p:nvSpPr>
            <p:cNvPr id="12" name="矩形 11"/>
            <p:cNvSpPr/>
            <p:nvPr/>
          </p:nvSpPr>
          <p:spPr>
            <a:xfrm>
              <a:off x="1818112" y="2469946"/>
              <a:ext cx="2567080" cy="777417"/>
            </a:xfrm>
            <a:prstGeom prst="rect">
              <a:avLst/>
            </a:prstGeom>
          </p:spPr>
          <p:txBody>
            <a:bodyPr wrap="square">
              <a:normAutofit fontScale="70000" lnSpcReduction="20000"/>
            </a:bodyPr>
            <a:lstStyle/>
            <a:p>
              <a:pPr>
                <a:lnSpc>
                  <a:spcPct val="170000"/>
                </a:lnSpc>
              </a:pP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Tỷ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lệ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"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gian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lận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thật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"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được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mô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hình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phát</a:t>
              </a:r>
              <a:r>
                <a:rPr lang="en-US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hiện</a:t>
              </a:r>
              <a:r>
                <a:rPr lang="en-US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đúng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 (Quan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trọng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khi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bỏ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sót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gian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lận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gây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hậu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quả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nghiêm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trọng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).</a:t>
              </a:r>
              <a:endParaRPr lang="zh-CN" altLang="en-US" sz="1200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818112" y="2041556"/>
              <a:ext cx="2241974" cy="481739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vi-VN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Recall</a:t>
              </a:r>
              <a:endPara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104869" y="4349024"/>
            <a:ext cx="3596372" cy="1491339"/>
            <a:chOff x="1818112" y="1981593"/>
            <a:chExt cx="3199263" cy="1067927"/>
          </a:xfrm>
        </p:grpSpPr>
        <p:sp>
          <p:nvSpPr>
            <p:cNvPr id="15" name="矩形 14"/>
            <p:cNvSpPr/>
            <p:nvPr/>
          </p:nvSpPr>
          <p:spPr>
            <a:xfrm>
              <a:off x="1818114" y="2334215"/>
              <a:ext cx="3199261" cy="715305"/>
            </a:xfrm>
            <a:prstGeom prst="rect">
              <a:avLst/>
            </a:prstGeom>
          </p:spPr>
          <p:txBody>
            <a:bodyPr wrap="square">
              <a:normAutofit fontScale="92500"/>
            </a:bodyPr>
            <a:lstStyle/>
            <a:p>
              <a:pPr>
                <a:lnSpc>
                  <a:spcPct val="170000"/>
                </a:lnSpc>
              </a:pP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Trung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bình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điều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hòa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của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Precision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Recall. (Lý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tưởng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cho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dữ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liệu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mất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cân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bằng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).</a:t>
              </a:r>
              <a:endParaRPr lang="zh-CN" altLang="en-US" sz="1000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818112" y="1981593"/>
              <a:ext cx="2241974" cy="335280"/>
            </a:xfrm>
            <a:prstGeom prst="rect">
              <a:avLst/>
            </a:prstGeom>
          </p:spPr>
          <p:txBody>
            <a:bodyPr wrap="square">
              <a:normAutofit lnSpcReduction="10000"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vi-VN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F1 - Score</a:t>
              </a:r>
              <a:endPara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87867" y="2137002"/>
            <a:ext cx="3565747" cy="1685876"/>
            <a:chOff x="1818113" y="1795946"/>
            <a:chExt cx="3565747" cy="1685876"/>
          </a:xfrm>
        </p:grpSpPr>
        <p:sp>
          <p:nvSpPr>
            <p:cNvPr id="18" name="矩形 17"/>
            <p:cNvSpPr/>
            <p:nvPr/>
          </p:nvSpPr>
          <p:spPr>
            <a:xfrm>
              <a:off x="1818113" y="2334216"/>
              <a:ext cx="3565747" cy="114760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60000"/>
                </a:lnSpc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Tỷ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lệ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dự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đoán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"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gian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lận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" </a:t>
              </a:r>
              <a:r>
                <a:rPr lang="en-US" sz="14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thực</a:t>
              </a:r>
              <a:r>
                <a:rPr lang="en-US" sz="14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sự</a:t>
              </a:r>
              <a:r>
                <a:rPr lang="en-US" sz="14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là</a:t>
              </a:r>
              <a:r>
                <a:rPr lang="en-US" sz="14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gian</a:t>
              </a:r>
              <a:r>
                <a:rPr lang="en-US" sz="1400" b="1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b="1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lận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 (Quan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trọng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chi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phí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cảnh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báo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sai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cao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).</a:t>
              </a:r>
              <a:endParaRPr lang="zh-CN" altLang="en-US" sz="1000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792814" y="1795946"/>
              <a:ext cx="2543201" cy="52901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vi-VN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Precision</a:t>
              </a:r>
              <a:endParaRPr lang="zh-CN" alt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37708" y="4324718"/>
            <a:ext cx="4057644" cy="1475055"/>
            <a:chOff x="1267954" y="1957287"/>
            <a:chExt cx="4057644" cy="1475055"/>
          </a:xfrm>
        </p:grpSpPr>
        <p:sp>
          <p:nvSpPr>
            <p:cNvPr id="21" name="矩形 20"/>
            <p:cNvSpPr/>
            <p:nvPr/>
          </p:nvSpPr>
          <p:spPr>
            <a:xfrm>
              <a:off x="1267954" y="2133433"/>
              <a:ext cx="4057644" cy="1298909"/>
            </a:xfrm>
            <a:prstGeom prst="rect">
              <a:avLst/>
            </a:prstGeom>
          </p:spPr>
          <p:txBody>
            <a:bodyPr wrap="square">
              <a:normAutofit fontScale="92500"/>
            </a:bodyPr>
            <a:lstStyle/>
            <a:p>
              <a:pPr algn="r">
                <a:lnSpc>
                  <a:spcPct val="170000"/>
                </a:lnSpc>
              </a:pPr>
              <a:endPara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endParaRPr>
            </a:p>
            <a:p>
              <a:pPr lvl="1" algn="r">
                <a:lnSpc>
                  <a:spcPct val="170000"/>
                </a:lnSpc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Đo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khả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năng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biệt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giữa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các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lớp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ở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các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ngưỡng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khác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nhau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 (AUC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càng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gần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1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càng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tốt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).</a:t>
              </a:r>
              <a:endParaRPr lang="en-US" sz="105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011114" y="1957287"/>
              <a:ext cx="2241974" cy="579120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vi-VN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ROC - AUC</a:t>
              </a:r>
              <a:endParaRPr lang="zh-CN" alt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<p:cNvSpPr txBox="1"/>
          <p:nvPr/>
        </p:nvSpPr>
        <p:spPr>
          <a:xfrm>
            <a:off x="3513865" y="150092"/>
            <a:ext cx="5055870" cy="51816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Chỉ</a:t>
            </a:r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số</a:t>
            </a:r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đánh</a:t>
            </a:r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giá</a:t>
            </a:r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hiệu</a:t>
            </a:r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suất</a:t>
            </a:r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Mô</a:t>
            </a:r>
            <a:r>
              <a: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hình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766" y="-296152"/>
            <a:ext cx="4240883" cy="2120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23AFD1-9D0F-A0E7-F9A4-7C7FF9B5B040}"/>
              </a:ext>
            </a:extLst>
          </p:cNvPr>
          <p:cNvSpPr txBox="1"/>
          <p:nvPr/>
        </p:nvSpPr>
        <p:spPr>
          <a:xfrm>
            <a:off x="2724146" y="823232"/>
            <a:ext cx="7264806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Trong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phát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gian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lận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mất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cân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bằng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), Accuracy (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Tỷ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lệ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dự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đoán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đúng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tổng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thể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  <a:sym typeface="Wingdings" panose="05000000000000000000" pitchFamily="2" charset="2"/>
              </a:rPr>
              <a:t></a:t>
            </a:r>
            <a:r>
              <a:rPr lang="en-US" sz="1400" i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Hạn</a:t>
            </a:r>
            <a:r>
              <a:rPr lang="en-US" sz="1400" i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i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chế</a:t>
            </a:r>
            <a:r>
              <a:rPr lang="en-US" sz="1400" i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: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Dễ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đánh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lừa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với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mất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cân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bằng</a:t>
            </a: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pic>
        <p:nvPicPr>
          <p:cNvPr id="1026" name="Picture 2" descr="Confusion Matrix, Precision, and Recall Explained - KDnuggets">
            <a:extLst>
              <a:ext uri="{FF2B5EF4-FFF2-40B4-BE49-F238E27FC236}">
                <a16:creationId xmlns:a16="http://schemas.microsoft.com/office/drawing/2014/main" id="{DE467AB4-52EC-BF8C-5D1A-1CD255A0CA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3" r="17417"/>
          <a:stretch>
            <a:fillRect/>
          </a:stretch>
        </p:blipFill>
        <p:spPr bwMode="auto">
          <a:xfrm>
            <a:off x="6355736" y="1534965"/>
            <a:ext cx="5509679" cy="532419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OC Curve là gì? Giải thích thuật ngữ, cách đọc ROC Curve, và ý nghĩa trong  phân tích mô hình">
            <a:extLst>
              <a:ext uri="{FF2B5EF4-FFF2-40B4-BE49-F238E27FC236}">
                <a16:creationId xmlns:a16="http://schemas.microsoft.com/office/drawing/2014/main" id="{D682E9F7-0583-06D0-314D-A1BD052FE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37" y="1533806"/>
            <a:ext cx="5773958" cy="5324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/>
        </p:nvSpPr>
        <p:spPr>
          <a:xfrm>
            <a:off x="5071086" y="4035120"/>
            <a:ext cx="1023938" cy="1360884"/>
          </a:xfrm>
          <a:prstGeom prst="parallelogram">
            <a:avLst/>
          </a:prstGeom>
          <a:solidFill>
            <a:srgbClr val="6AE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8" name="平行四边形 7"/>
          <p:cNvSpPr/>
          <p:nvPr/>
        </p:nvSpPr>
        <p:spPr>
          <a:xfrm>
            <a:off x="6452212" y="4035120"/>
            <a:ext cx="1022747" cy="1360884"/>
          </a:xfrm>
          <a:prstGeom prst="parallelogram">
            <a:avLst/>
          </a:prstGeom>
          <a:solidFill>
            <a:srgbClr val="6AE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7832146" y="4035120"/>
            <a:ext cx="1023938" cy="1360884"/>
          </a:xfrm>
          <a:prstGeom prst="parallelogram">
            <a:avLst/>
          </a:prstGeom>
          <a:solidFill>
            <a:srgbClr val="6AE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9212081" y="2958795"/>
            <a:ext cx="1260872" cy="2437209"/>
          </a:xfrm>
          <a:prstGeom prst="parallelogram">
            <a:avLst>
              <a:gd name="adj" fmla="val 37904"/>
            </a:avLst>
          </a:prstGeom>
          <a:solidFill>
            <a:srgbClr val="6AE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9352574" y="2294427"/>
            <a:ext cx="1477566" cy="664369"/>
          </a:xfrm>
          <a:prstGeom prst="triangle">
            <a:avLst/>
          </a:prstGeom>
          <a:solidFill>
            <a:srgbClr val="6AE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C8D8C89-DBDD-9316-FEAD-ECF42F8CAA95}"/>
              </a:ext>
            </a:extLst>
          </p:cNvPr>
          <p:cNvGrpSpPr/>
          <p:nvPr/>
        </p:nvGrpSpPr>
        <p:grpSpPr>
          <a:xfrm>
            <a:off x="5335405" y="4032741"/>
            <a:ext cx="1884760" cy="1363263"/>
            <a:chOff x="5335405" y="4032741"/>
            <a:chExt cx="1884760" cy="1363263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5335405" y="4035121"/>
              <a:ext cx="1116806" cy="1360883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103359" y="4032741"/>
              <a:ext cx="1116806" cy="1362074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C713ECB-B394-D3E0-0101-0E5839D59375}"/>
              </a:ext>
            </a:extLst>
          </p:cNvPr>
          <p:cNvGrpSpPr/>
          <p:nvPr/>
        </p:nvGrpSpPr>
        <p:grpSpPr>
          <a:xfrm>
            <a:off x="4038798" y="4049430"/>
            <a:ext cx="1884760" cy="1363263"/>
            <a:chOff x="4038798" y="4049430"/>
            <a:chExt cx="1884760" cy="1363263"/>
          </a:xfrm>
        </p:grpSpPr>
        <p:cxnSp>
          <p:nvCxnSpPr>
            <p:cNvPr id="32" name="直接连接符 12">
              <a:extLst>
                <a:ext uri="{FF2B5EF4-FFF2-40B4-BE49-F238E27FC236}">
                  <a16:creationId xmlns:a16="http://schemas.microsoft.com/office/drawing/2014/main" id="{6F3BFD0D-A85C-CCFD-9280-10D369669188}"/>
                </a:ext>
              </a:extLst>
            </p:cNvPr>
            <p:cNvCxnSpPr/>
            <p:nvPr/>
          </p:nvCxnSpPr>
          <p:spPr>
            <a:xfrm>
              <a:off x="4038798" y="4051810"/>
              <a:ext cx="1116806" cy="1360883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13">
              <a:extLst>
                <a:ext uri="{FF2B5EF4-FFF2-40B4-BE49-F238E27FC236}">
                  <a16:creationId xmlns:a16="http://schemas.microsoft.com/office/drawing/2014/main" id="{456DCD3F-8DE7-1874-2604-569F06314F4A}"/>
                </a:ext>
              </a:extLst>
            </p:cNvPr>
            <p:cNvCxnSpPr/>
            <p:nvPr/>
          </p:nvCxnSpPr>
          <p:spPr>
            <a:xfrm>
              <a:off x="4806752" y="4049430"/>
              <a:ext cx="1116806" cy="1362074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6707006" y="4027977"/>
            <a:ext cx="1894285" cy="1364456"/>
            <a:chOff x="4600575" y="3043238"/>
            <a:chExt cx="2525713" cy="1819275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4600575" y="3048000"/>
              <a:ext cx="1489075" cy="1814513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637213" y="3043238"/>
              <a:ext cx="1489075" cy="1814512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8085749" y="4030358"/>
            <a:ext cx="1884760" cy="1362075"/>
            <a:chOff x="6438900" y="3046413"/>
            <a:chExt cx="2513013" cy="181610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438900" y="3048000"/>
              <a:ext cx="1487488" cy="1814513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462838" y="3046413"/>
              <a:ext cx="1489075" cy="1814512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13"/>
          <p:cNvSpPr txBox="1">
            <a:spLocks noChangeArrowheads="1"/>
          </p:cNvSpPr>
          <p:nvPr/>
        </p:nvSpPr>
        <p:spPr bwMode="auto">
          <a:xfrm>
            <a:off x="2482879" y="1298701"/>
            <a:ext cx="1041832" cy="1833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Loại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kí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tự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đặc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biệt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,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dấu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câu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,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số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liệu</a:t>
            </a:r>
            <a:endParaRPr lang="zh-CN" altLang="en-US" sz="16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22" name="文本框 14"/>
          <p:cNvSpPr txBox="1">
            <a:spLocks noChangeArrowheads="1"/>
          </p:cNvSpPr>
          <p:nvPr/>
        </p:nvSpPr>
        <p:spPr bwMode="auto">
          <a:xfrm>
            <a:off x="3665037" y="1803780"/>
            <a:ext cx="1283335" cy="1376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Chuyển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đổi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về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chữ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thường</a:t>
            </a:r>
            <a:endParaRPr lang="zh-CN" altLang="en-US" sz="16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23" name="文本框 15"/>
          <p:cNvSpPr txBox="1">
            <a:spLocks noChangeArrowheads="1"/>
          </p:cNvSpPr>
          <p:nvPr/>
        </p:nvSpPr>
        <p:spPr bwMode="auto">
          <a:xfrm>
            <a:off x="5024652" y="2071220"/>
            <a:ext cx="1116806" cy="907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Loại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bỏ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các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từ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phổ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biến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,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ít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thông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tin</a:t>
            </a:r>
            <a:endParaRPr lang="en-US" altLang="zh-CN" sz="16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24" name="矩形 16"/>
          <p:cNvSpPr>
            <a:spLocks noChangeArrowheads="1"/>
          </p:cNvSpPr>
          <p:nvPr/>
        </p:nvSpPr>
        <p:spPr bwMode="auto">
          <a:xfrm>
            <a:off x="1374267" y="5921943"/>
            <a:ext cx="8952230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Autofit/>
          </a:bodyPr>
          <a:lstStyle/>
          <a:p>
            <a:pPr algn="ctr">
              <a:lnSpc>
                <a:spcPct val="160000"/>
              </a:lnSpc>
            </a:pP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Cải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thiện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chất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lượng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nâng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cao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hiệu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quả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mô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hình</a:t>
            </a:r>
            <a:r>
              <a:rPr lang="en-US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zh-CN" altLang="en-US" sz="1600" dirty="0">
              <a:solidFill>
                <a:srgbClr val="0FF3FF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<p:cNvSpPr txBox="1"/>
          <p:nvPr/>
        </p:nvSpPr>
        <p:spPr>
          <a:xfrm>
            <a:off x="3856339" y="137554"/>
            <a:ext cx="5055870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Tiền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xử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lý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văn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bản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766" y="-296152"/>
            <a:ext cx="4240883" cy="2120442"/>
          </a:xfrm>
          <a:prstGeom prst="rect">
            <a:avLst/>
          </a:prstGeom>
        </p:spPr>
      </p:pic>
      <p:sp>
        <p:nvSpPr>
          <p:cNvPr id="27" name="平行四边形 6">
            <a:extLst>
              <a:ext uri="{FF2B5EF4-FFF2-40B4-BE49-F238E27FC236}">
                <a16:creationId xmlns:a16="http://schemas.microsoft.com/office/drawing/2014/main" id="{95BA49DD-E0E4-99E1-2EEF-61C27156E900}"/>
              </a:ext>
            </a:extLst>
          </p:cNvPr>
          <p:cNvSpPr/>
          <p:nvPr/>
        </p:nvSpPr>
        <p:spPr>
          <a:xfrm>
            <a:off x="2422603" y="4051810"/>
            <a:ext cx="1023938" cy="1360884"/>
          </a:xfrm>
          <a:prstGeom prst="parallelogram">
            <a:avLst/>
          </a:prstGeom>
          <a:solidFill>
            <a:srgbClr val="6AE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28" name="平行四边形 7">
            <a:extLst>
              <a:ext uri="{FF2B5EF4-FFF2-40B4-BE49-F238E27FC236}">
                <a16:creationId xmlns:a16="http://schemas.microsoft.com/office/drawing/2014/main" id="{DBDFFA77-1E0B-D8E5-3FA5-84C778D05FE8}"/>
              </a:ext>
            </a:extLst>
          </p:cNvPr>
          <p:cNvSpPr/>
          <p:nvPr/>
        </p:nvSpPr>
        <p:spPr>
          <a:xfrm>
            <a:off x="3803729" y="4051810"/>
            <a:ext cx="1022747" cy="1360884"/>
          </a:xfrm>
          <a:prstGeom prst="parallelogram">
            <a:avLst/>
          </a:prstGeom>
          <a:solidFill>
            <a:srgbClr val="6AE7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grpSp>
        <p:nvGrpSpPr>
          <p:cNvPr id="29" name="组合 11">
            <a:extLst>
              <a:ext uri="{FF2B5EF4-FFF2-40B4-BE49-F238E27FC236}">
                <a16:creationId xmlns:a16="http://schemas.microsoft.com/office/drawing/2014/main" id="{6DAB0940-91C9-7377-930D-BCD7F2C6D3B5}"/>
              </a:ext>
            </a:extLst>
          </p:cNvPr>
          <p:cNvGrpSpPr/>
          <p:nvPr/>
        </p:nvGrpSpPr>
        <p:grpSpPr>
          <a:xfrm>
            <a:off x="2686923" y="4049430"/>
            <a:ext cx="1884760" cy="1363265"/>
            <a:chOff x="2771775" y="3049588"/>
            <a:chExt cx="2513013" cy="1817687"/>
          </a:xfrm>
        </p:grpSpPr>
        <p:cxnSp>
          <p:nvCxnSpPr>
            <p:cNvPr id="30" name="直接连接符 12">
              <a:extLst>
                <a:ext uri="{FF2B5EF4-FFF2-40B4-BE49-F238E27FC236}">
                  <a16:creationId xmlns:a16="http://schemas.microsoft.com/office/drawing/2014/main" id="{C409F7AF-120E-2E4C-D7C6-7AB9E01813F8}"/>
                </a:ext>
              </a:extLst>
            </p:cNvPr>
            <p:cNvCxnSpPr/>
            <p:nvPr/>
          </p:nvCxnSpPr>
          <p:spPr>
            <a:xfrm>
              <a:off x="2771775" y="3052763"/>
              <a:ext cx="1489075" cy="1814512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13">
              <a:extLst>
                <a:ext uri="{FF2B5EF4-FFF2-40B4-BE49-F238E27FC236}">
                  <a16:creationId xmlns:a16="http://schemas.microsoft.com/office/drawing/2014/main" id="{84CBCA8D-DF5D-35B8-890D-8FCD38E316D6}"/>
                </a:ext>
              </a:extLst>
            </p:cNvPr>
            <p:cNvCxnSpPr/>
            <p:nvPr/>
          </p:nvCxnSpPr>
          <p:spPr>
            <a:xfrm>
              <a:off x="3795713" y="3049588"/>
              <a:ext cx="1489075" cy="1816100"/>
            </a:xfrm>
            <a:prstGeom prst="line">
              <a:avLst/>
            </a:prstGeom>
            <a:ln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13">
            <a:extLst>
              <a:ext uri="{FF2B5EF4-FFF2-40B4-BE49-F238E27FC236}">
                <a16:creationId xmlns:a16="http://schemas.microsoft.com/office/drawing/2014/main" id="{BC425B06-3417-F050-527A-367E6F35B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2211" y="2579874"/>
            <a:ext cx="1404286" cy="915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Chuẩn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hóa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từ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ngữ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-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đưa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từ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về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dạng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gốc</a:t>
            </a:r>
            <a:endParaRPr lang="zh-CN" altLang="en-US" sz="16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35" name="文本框 14">
            <a:extLst>
              <a:ext uri="{FF2B5EF4-FFF2-40B4-BE49-F238E27FC236}">
                <a16:creationId xmlns:a16="http://schemas.microsoft.com/office/drawing/2014/main" id="{F8DDAA75-6EF1-CC16-E8BF-77CCF0AD9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3812" y="3257528"/>
            <a:ext cx="1283335" cy="31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Tách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từ</a:t>
            </a:r>
            <a:endParaRPr lang="zh-CN" altLang="en-US" sz="16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36" name="文本框 15">
            <a:extLst>
              <a:ext uri="{FF2B5EF4-FFF2-40B4-BE49-F238E27FC236}">
                <a16:creationId xmlns:a16="http://schemas.microsoft.com/office/drawing/2014/main" id="{13AEDD06-DEDD-9BFA-994B-7E9469778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2574" y="619856"/>
            <a:ext cx="1829049" cy="1138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6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Chuẩn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hóa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 Unicode,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ký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tự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tiếng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việt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,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xử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lý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khoảng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trắng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thừa</a:t>
            </a:r>
            <a:endParaRPr lang="en-US" altLang="zh-CN" sz="16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4290028"/>
      </p:ext>
    </p:extLst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35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0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05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400"/>
                            </p:stCondLst>
                            <p:childTnLst>
                              <p:par>
                                <p:cTn id="7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750"/>
                            </p:stCondLst>
                            <p:childTnLst>
                              <p:par>
                                <p:cTn id="7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100"/>
                            </p:stCondLst>
                            <p:childTnLst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21" grpId="0"/>
      <p:bldP spid="22" grpId="0"/>
      <p:bldP spid="23" grpId="0"/>
      <p:bldP spid="24" grpId="0"/>
      <p:bldP spid="27" grpId="0" animBg="1"/>
      <p:bldP spid="28" grpId="0" animBg="1"/>
      <p:bldP spid="34" grpId="0"/>
      <p:bldP spid="35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2200729" y="2074196"/>
            <a:ext cx="2470150" cy="2689225"/>
          </a:xfrm>
          <a:custGeom>
            <a:avLst/>
            <a:gdLst>
              <a:gd name="T0" fmla="*/ 459 w 816"/>
              <a:gd name="T1" fmla="*/ 882 h 889"/>
              <a:gd name="T2" fmla="*/ 459 w 816"/>
              <a:gd name="T3" fmla="*/ 883 h 889"/>
              <a:gd name="T4" fmla="*/ 481 w 816"/>
              <a:gd name="T5" fmla="*/ 879 h 889"/>
              <a:gd name="T6" fmla="*/ 507 w 816"/>
              <a:gd name="T7" fmla="*/ 875 h 889"/>
              <a:gd name="T8" fmla="*/ 551 w 816"/>
              <a:gd name="T9" fmla="*/ 864 h 889"/>
              <a:gd name="T10" fmla="*/ 620 w 816"/>
              <a:gd name="T11" fmla="*/ 844 h 889"/>
              <a:gd name="T12" fmla="*/ 671 w 816"/>
              <a:gd name="T13" fmla="*/ 825 h 889"/>
              <a:gd name="T14" fmla="*/ 715 w 816"/>
              <a:gd name="T15" fmla="*/ 806 h 889"/>
              <a:gd name="T16" fmla="*/ 755 w 816"/>
              <a:gd name="T17" fmla="*/ 783 h 889"/>
              <a:gd name="T18" fmla="*/ 807 w 816"/>
              <a:gd name="T19" fmla="*/ 752 h 889"/>
              <a:gd name="T20" fmla="*/ 809 w 816"/>
              <a:gd name="T21" fmla="*/ 732 h 889"/>
              <a:gd name="T22" fmla="*/ 795 w 816"/>
              <a:gd name="T23" fmla="*/ 720 h 889"/>
              <a:gd name="T24" fmla="*/ 710 w 816"/>
              <a:gd name="T25" fmla="*/ 632 h 889"/>
              <a:gd name="T26" fmla="*/ 640 w 816"/>
              <a:gd name="T27" fmla="*/ 553 h 889"/>
              <a:gd name="T28" fmla="*/ 603 w 816"/>
              <a:gd name="T29" fmla="*/ 507 h 889"/>
              <a:gd name="T30" fmla="*/ 559 w 816"/>
              <a:gd name="T31" fmla="*/ 445 h 889"/>
              <a:gd name="T32" fmla="*/ 516 w 816"/>
              <a:gd name="T33" fmla="*/ 378 h 889"/>
              <a:gd name="T34" fmla="*/ 473 w 816"/>
              <a:gd name="T35" fmla="*/ 295 h 889"/>
              <a:gd name="T36" fmla="*/ 443 w 816"/>
              <a:gd name="T37" fmla="*/ 233 h 889"/>
              <a:gd name="T38" fmla="*/ 421 w 816"/>
              <a:gd name="T39" fmla="*/ 174 h 889"/>
              <a:gd name="T40" fmla="*/ 403 w 816"/>
              <a:gd name="T41" fmla="*/ 114 h 889"/>
              <a:gd name="T42" fmla="*/ 394 w 816"/>
              <a:gd name="T43" fmla="*/ 68 h 889"/>
              <a:gd name="T44" fmla="*/ 385 w 816"/>
              <a:gd name="T45" fmla="*/ 20 h 889"/>
              <a:gd name="T46" fmla="*/ 364 w 816"/>
              <a:gd name="T47" fmla="*/ 3 h 889"/>
              <a:gd name="T48" fmla="*/ 309 w 816"/>
              <a:gd name="T49" fmla="*/ 18 h 889"/>
              <a:gd name="T50" fmla="*/ 218 w 816"/>
              <a:gd name="T51" fmla="*/ 52 h 889"/>
              <a:gd name="T52" fmla="*/ 163 w 816"/>
              <a:gd name="T53" fmla="*/ 81 h 889"/>
              <a:gd name="T54" fmla="*/ 70 w 816"/>
              <a:gd name="T55" fmla="*/ 143 h 889"/>
              <a:gd name="T56" fmla="*/ 7 w 816"/>
              <a:gd name="T57" fmla="*/ 199 h 889"/>
              <a:gd name="T58" fmla="*/ 1 w 816"/>
              <a:gd name="T59" fmla="*/ 216 h 889"/>
              <a:gd name="T60" fmla="*/ 4 w 816"/>
              <a:gd name="T61" fmla="*/ 238 h 889"/>
              <a:gd name="T62" fmla="*/ 7 w 816"/>
              <a:gd name="T63" fmla="*/ 256 h 889"/>
              <a:gd name="T64" fmla="*/ 16 w 816"/>
              <a:gd name="T65" fmla="*/ 296 h 889"/>
              <a:gd name="T66" fmla="*/ 23 w 816"/>
              <a:gd name="T67" fmla="*/ 327 h 889"/>
              <a:gd name="T68" fmla="*/ 37 w 816"/>
              <a:gd name="T69" fmla="*/ 368 h 889"/>
              <a:gd name="T70" fmla="*/ 64 w 816"/>
              <a:gd name="T71" fmla="*/ 442 h 889"/>
              <a:gd name="T72" fmla="*/ 85 w 816"/>
              <a:gd name="T73" fmla="*/ 493 h 889"/>
              <a:gd name="T74" fmla="*/ 140 w 816"/>
              <a:gd name="T75" fmla="*/ 595 h 889"/>
              <a:gd name="T76" fmla="*/ 174 w 816"/>
              <a:gd name="T77" fmla="*/ 648 h 889"/>
              <a:gd name="T78" fmla="*/ 200 w 816"/>
              <a:gd name="T79" fmla="*/ 687 h 889"/>
              <a:gd name="T80" fmla="*/ 229 w 816"/>
              <a:gd name="T81" fmla="*/ 725 h 889"/>
              <a:gd name="T82" fmla="*/ 258 w 816"/>
              <a:gd name="T83" fmla="*/ 759 h 889"/>
              <a:gd name="T84" fmla="*/ 313 w 816"/>
              <a:gd name="T85" fmla="*/ 826 h 889"/>
              <a:gd name="T86" fmla="*/ 370 w 816"/>
              <a:gd name="T87" fmla="*/ 883 h 889"/>
              <a:gd name="T88" fmla="*/ 377 w 816"/>
              <a:gd name="T89" fmla="*/ 888 h 889"/>
              <a:gd name="T90" fmla="*/ 415 w 816"/>
              <a:gd name="T91" fmla="*/ 888 h 889"/>
              <a:gd name="T92" fmla="*/ 459 w 816"/>
              <a:gd name="T93" fmla="*/ 882 h 8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16" h="889">
                <a:moveTo>
                  <a:pt x="459" y="882"/>
                </a:moveTo>
                <a:cubicBezTo>
                  <a:pt x="459" y="882"/>
                  <a:pt x="459" y="882"/>
                  <a:pt x="459" y="883"/>
                </a:cubicBezTo>
                <a:cubicBezTo>
                  <a:pt x="466" y="882"/>
                  <a:pt x="474" y="880"/>
                  <a:pt x="481" y="879"/>
                </a:cubicBezTo>
                <a:cubicBezTo>
                  <a:pt x="490" y="878"/>
                  <a:pt x="498" y="877"/>
                  <a:pt x="507" y="875"/>
                </a:cubicBezTo>
                <a:cubicBezTo>
                  <a:pt x="522" y="872"/>
                  <a:pt x="537" y="868"/>
                  <a:pt x="551" y="864"/>
                </a:cubicBezTo>
                <a:cubicBezTo>
                  <a:pt x="574" y="858"/>
                  <a:pt x="597" y="852"/>
                  <a:pt x="620" y="844"/>
                </a:cubicBezTo>
                <a:cubicBezTo>
                  <a:pt x="637" y="839"/>
                  <a:pt x="654" y="832"/>
                  <a:pt x="671" y="825"/>
                </a:cubicBezTo>
                <a:cubicBezTo>
                  <a:pt x="686" y="819"/>
                  <a:pt x="701" y="813"/>
                  <a:pt x="715" y="806"/>
                </a:cubicBezTo>
                <a:cubicBezTo>
                  <a:pt x="729" y="799"/>
                  <a:pt x="742" y="791"/>
                  <a:pt x="755" y="783"/>
                </a:cubicBezTo>
                <a:cubicBezTo>
                  <a:pt x="773" y="773"/>
                  <a:pt x="790" y="763"/>
                  <a:pt x="807" y="752"/>
                </a:cubicBezTo>
                <a:cubicBezTo>
                  <a:pt x="815" y="747"/>
                  <a:pt x="816" y="738"/>
                  <a:pt x="809" y="732"/>
                </a:cubicBezTo>
                <a:cubicBezTo>
                  <a:pt x="805" y="727"/>
                  <a:pt x="799" y="724"/>
                  <a:pt x="795" y="720"/>
                </a:cubicBezTo>
                <a:cubicBezTo>
                  <a:pt x="766" y="691"/>
                  <a:pt x="737" y="662"/>
                  <a:pt x="710" y="632"/>
                </a:cubicBezTo>
                <a:cubicBezTo>
                  <a:pt x="686" y="606"/>
                  <a:pt x="663" y="579"/>
                  <a:pt x="640" y="553"/>
                </a:cubicBezTo>
                <a:cubicBezTo>
                  <a:pt x="627" y="538"/>
                  <a:pt x="614" y="522"/>
                  <a:pt x="603" y="507"/>
                </a:cubicBezTo>
                <a:cubicBezTo>
                  <a:pt x="588" y="486"/>
                  <a:pt x="573" y="466"/>
                  <a:pt x="559" y="445"/>
                </a:cubicBezTo>
                <a:cubicBezTo>
                  <a:pt x="544" y="423"/>
                  <a:pt x="529" y="401"/>
                  <a:pt x="516" y="378"/>
                </a:cubicBezTo>
                <a:cubicBezTo>
                  <a:pt x="501" y="351"/>
                  <a:pt x="487" y="323"/>
                  <a:pt x="473" y="295"/>
                </a:cubicBezTo>
                <a:cubicBezTo>
                  <a:pt x="462" y="275"/>
                  <a:pt x="452" y="254"/>
                  <a:pt x="443" y="233"/>
                </a:cubicBezTo>
                <a:cubicBezTo>
                  <a:pt x="435" y="214"/>
                  <a:pt x="430" y="193"/>
                  <a:pt x="421" y="174"/>
                </a:cubicBezTo>
                <a:cubicBezTo>
                  <a:pt x="412" y="155"/>
                  <a:pt x="408" y="134"/>
                  <a:pt x="403" y="114"/>
                </a:cubicBezTo>
                <a:cubicBezTo>
                  <a:pt x="400" y="98"/>
                  <a:pt x="397" y="83"/>
                  <a:pt x="394" y="68"/>
                </a:cubicBezTo>
                <a:cubicBezTo>
                  <a:pt x="391" y="52"/>
                  <a:pt x="387" y="36"/>
                  <a:pt x="385" y="20"/>
                </a:cubicBezTo>
                <a:cubicBezTo>
                  <a:pt x="384" y="5"/>
                  <a:pt x="378" y="0"/>
                  <a:pt x="364" y="3"/>
                </a:cubicBezTo>
                <a:cubicBezTo>
                  <a:pt x="345" y="8"/>
                  <a:pt x="327" y="12"/>
                  <a:pt x="309" y="18"/>
                </a:cubicBezTo>
                <a:cubicBezTo>
                  <a:pt x="278" y="29"/>
                  <a:pt x="248" y="40"/>
                  <a:pt x="218" y="52"/>
                </a:cubicBezTo>
                <a:cubicBezTo>
                  <a:pt x="199" y="60"/>
                  <a:pt x="182" y="72"/>
                  <a:pt x="163" y="81"/>
                </a:cubicBezTo>
                <a:cubicBezTo>
                  <a:pt x="130" y="98"/>
                  <a:pt x="99" y="120"/>
                  <a:pt x="70" y="143"/>
                </a:cubicBezTo>
                <a:cubicBezTo>
                  <a:pt x="48" y="161"/>
                  <a:pt x="28" y="181"/>
                  <a:pt x="7" y="199"/>
                </a:cubicBezTo>
                <a:cubicBezTo>
                  <a:pt x="2" y="204"/>
                  <a:pt x="0" y="209"/>
                  <a:pt x="1" y="216"/>
                </a:cubicBezTo>
                <a:cubicBezTo>
                  <a:pt x="2" y="223"/>
                  <a:pt x="3" y="231"/>
                  <a:pt x="4" y="238"/>
                </a:cubicBezTo>
                <a:cubicBezTo>
                  <a:pt x="5" y="244"/>
                  <a:pt x="6" y="250"/>
                  <a:pt x="7" y="256"/>
                </a:cubicBezTo>
                <a:cubicBezTo>
                  <a:pt x="10" y="269"/>
                  <a:pt x="13" y="282"/>
                  <a:pt x="16" y="296"/>
                </a:cubicBezTo>
                <a:cubicBezTo>
                  <a:pt x="18" y="306"/>
                  <a:pt x="20" y="316"/>
                  <a:pt x="23" y="327"/>
                </a:cubicBezTo>
                <a:cubicBezTo>
                  <a:pt x="27" y="340"/>
                  <a:pt x="32" y="354"/>
                  <a:pt x="37" y="368"/>
                </a:cubicBezTo>
                <a:cubicBezTo>
                  <a:pt x="46" y="393"/>
                  <a:pt x="55" y="418"/>
                  <a:pt x="64" y="442"/>
                </a:cubicBezTo>
                <a:cubicBezTo>
                  <a:pt x="71" y="459"/>
                  <a:pt x="76" y="477"/>
                  <a:pt x="85" y="493"/>
                </a:cubicBezTo>
                <a:cubicBezTo>
                  <a:pt x="102" y="528"/>
                  <a:pt x="121" y="562"/>
                  <a:pt x="140" y="595"/>
                </a:cubicBezTo>
                <a:cubicBezTo>
                  <a:pt x="150" y="613"/>
                  <a:pt x="162" y="631"/>
                  <a:pt x="174" y="648"/>
                </a:cubicBezTo>
                <a:cubicBezTo>
                  <a:pt x="182" y="661"/>
                  <a:pt x="191" y="674"/>
                  <a:pt x="200" y="687"/>
                </a:cubicBezTo>
                <a:cubicBezTo>
                  <a:pt x="210" y="700"/>
                  <a:pt x="219" y="712"/>
                  <a:pt x="229" y="725"/>
                </a:cubicBezTo>
                <a:cubicBezTo>
                  <a:pt x="239" y="737"/>
                  <a:pt x="248" y="748"/>
                  <a:pt x="258" y="759"/>
                </a:cubicBezTo>
                <a:cubicBezTo>
                  <a:pt x="276" y="782"/>
                  <a:pt x="294" y="805"/>
                  <a:pt x="313" y="826"/>
                </a:cubicBezTo>
                <a:cubicBezTo>
                  <a:pt x="331" y="846"/>
                  <a:pt x="351" y="864"/>
                  <a:pt x="370" y="883"/>
                </a:cubicBezTo>
                <a:cubicBezTo>
                  <a:pt x="372" y="885"/>
                  <a:pt x="374" y="888"/>
                  <a:pt x="377" y="888"/>
                </a:cubicBezTo>
                <a:cubicBezTo>
                  <a:pt x="389" y="888"/>
                  <a:pt x="402" y="889"/>
                  <a:pt x="415" y="888"/>
                </a:cubicBezTo>
                <a:cubicBezTo>
                  <a:pt x="430" y="887"/>
                  <a:pt x="444" y="884"/>
                  <a:pt x="459" y="8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3413579" y="2039271"/>
            <a:ext cx="2085975" cy="2233613"/>
          </a:xfrm>
          <a:custGeom>
            <a:avLst/>
            <a:gdLst>
              <a:gd name="T0" fmla="*/ 67 w 689"/>
              <a:gd name="T1" fmla="*/ 3 h 739"/>
              <a:gd name="T2" fmla="*/ 66 w 689"/>
              <a:gd name="T3" fmla="*/ 1 h 739"/>
              <a:gd name="T4" fmla="*/ 14 w 689"/>
              <a:gd name="T5" fmla="*/ 9 h 739"/>
              <a:gd name="T6" fmla="*/ 2 w 689"/>
              <a:gd name="T7" fmla="*/ 25 h 739"/>
              <a:gd name="T8" fmla="*/ 11 w 689"/>
              <a:gd name="T9" fmla="*/ 70 h 739"/>
              <a:gd name="T10" fmla="*/ 18 w 689"/>
              <a:gd name="T11" fmla="*/ 104 h 739"/>
              <a:gd name="T12" fmla="*/ 35 w 689"/>
              <a:gd name="T13" fmla="*/ 160 h 739"/>
              <a:gd name="T14" fmla="*/ 63 w 689"/>
              <a:gd name="T15" fmla="*/ 239 h 739"/>
              <a:gd name="T16" fmla="*/ 77 w 689"/>
              <a:gd name="T17" fmla="*/ 273 h 739"/>
              <a:gd name="T18" fmla="*/ 100 w 689"/>
              <a:gd name="T19" fmla="*/ 321 h 739"/>
              <a:gd name="T20" fmla="*/ 125 w 689"/>
              <a:gd name="T21" fmla="*/ 362 h 739"/>
              <a:gd name="T22" fmla="*/ 143 w 689"/>
              <a:gd name="T23" fmla="*/ 397 h 739"/>
              <a:gd name="T24" fmla="*/ 158 w 689"/>
              <a:gd name="T25" fmla="*/ 416 h 739"/>
              <a:gd name="T26" fmla="*/ 203 w 689"/>
              <a:gd name="T27" fmla="*/ 484 h 739"/>
              <a:gd name="T28" fmla="*/ 262 w 689"/>
              <a:gd name="T29" fmla="*/ 561 h 739"/>
              <a:gd name="T30" fmla="*/ 325 w 689"/>
              <a:gd name="T31" fmla="*/ 633 h 739"/>
              <a:gd name="T32" fmla="*/ 423 w 689"/>
              <a:gd name="T33" fmla="*/ 731 h 739"/>
              <a:gd name="T34" fmla="*/ 444 w 689"/>
              <a:gd name="T35" fmla="*/ 732 h 739"/>
              <a:gd name="T36" fmla="*/ 459 w 689"/>
              <a:gd name="T37" fmla="*/ 721 h 739"/>
              <a:gd name="T38" fmla="*/ 537 w 689"/>
              <a:gd name="T39" fmla="*/ 660 h 739"/>
              <a:gd name="T40" fmla="*/ 596 w 689"/>
              <a:gd name="T41" fmla="*/ 602 h 739"/>
              <a:gd name="T42" fmla="*/ 681 w 689"/>
              <a:gd name="T43" fmla="*/ 506 h 739"/>
              <a:gd name="T44" fmla="*/ 676 w 689"/>
              <a:gd name="T45" fmla="*/ 478 h 739"/>
              <a:gd name="T46" fmla="*/ 659 w 689"/>
              <a:gd name="T47" fmla="*/ 466 h 739"/>
              <a:gd name="T48" fmla="*/ 588 w 689"/>
              <a:gd name="T49" fmla="*/ 405 h 739"/>
              <a:gd name="T50" fmla="*/ 552 w 689"/>
              <a:gd name="T51" fmla="*/ 368 h 739"/>
              <a:gd name="T52" fmla="*/ 525 w 689"/>
              <a:gd name="T53" fmla="*/ 333 h 739"/>
              <a:gd name="T54" fmla="*/ 503 w 689"/>
              <a:gd name="T55" fmla="*/ 302 h 739"/>
              <a:gd name="T56" fmla="*/ 480 w 689"/>
              <a:gd name="T57" fmla="*/ 266 h 739"/>
              <a:gd name="T58" fmla="*/ 455 w 689"/>
              <a:gd name="T59" fmla="*/ 216 h 739"/>
              <a:gd name="T60" fmla="*/ 441 w 689"/>
              <a:gd name="T61" fmla="*/ 173 h 739"/>
              <a:gd name="T62" fmla="*/ 426 w 689"/>
              <a:gd name="T63" fmla="*/ 116 h 739"/>
              <a:gd name="T64" fmla="*/ 422 w 689"/>
              <a:gd name="T65" fmla="*/ 73 h 739"/>
              <a:gd name="T66" fmla="*/ 414 w 689"/>
              <a:gd name="T67" fmla="*/ 60 h 739"/>
              <a:gd name="T68" fmla="*/ 337 w 689"/>
              <a:gd name="T69" fmla="*/ 39 h 739"/>
              <a:gd name="T70" fmla="*/ 237 w 689"/>
              <a:gd name="T71" fmla="*/ 15 h 739"/>
              <a:gd name="T72" fmla="*/ 168 w 689"/>
              <a:gd name="T73" fmla="*/ 3 h 739"/>
              <a:gd name="T74" fmla="*/ 107 w 689"/>
              <a:gd name="T75" fmla="*/ 0 h 739"/>
              <a:gd name="T76" fmla="*/ 67 w 689"/>
              <a:gd name="T77" fmla="*/ 3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89" h="739">
                <a:moveTo>
                  <a:pt x="67" y="3"/>
                </a:moveTo>
                <a:cubicBezTo>
                  <a:pt x="66" y="3"/>
                  <a:pt x="66" y="2"/>
                  <a:pt x="66" y="1"/>
                </a:cubicBezTo>
                <a:cubicBezTo>
                  <a:pt x="49" y="4"/>
                  <a:pt x="32" y="7"/>
                  <a:pt x="14" y="9"/>
                </a:cubicBezTo>
                <a:cubicBezTo>
                  <a:pt x="5" y="10"/>
                  <a:pt x="0" y="17"/>
                  <a:pt x="2" y="25"/>
                </a:cubicBezTo>
                <a:cubicBezTo>
                  <a:pt x="6" y="40"/>
                  <a:pt x="8" y="55"/>
                  <a:pt x="11" y="70"/>
                </a:cubicBezTo>
                <a:cubicBezTo>
                  <a:pt x="13" y="81"/>
                  <a:pt x="15" y="93"/>
                  <a:pt x="18" y="104"/>
                </a:cubicBezTo>
                <a:cubicBezTo>
                  <a:pt x="23" y="123"/>
                  <a:pt x="29" y="142"/>
                  <a:pt x="35" y="160"/>
                </a:cubicBezTo>
                <a:cubicBezTo>
                  <a:pt x="44" y="187"/>
                  <a:pt x="53" y="213"/>
                  <a:pt x="63" y="239"/>
                </a:cubicBezTo>
                <a:cubicBezTo>
                  <a:pt x="67" y="250"/>
                  <a:pt x="72" y="262"/>
                  <a:pt x="77" y="273"/>
                </a:cubicBezTo>
                <a:cubicBezTo>
                  <a:pt x="84" y="289"/>
                  <a:pt x="91" y="305"/>
                  <a:pt x="100" y="321"/>
                </a:cubicBezTo>
                <a:cubicBezTo>
                  <a:pt x="107" y="335"/>
                  <a:pt x="117" y="348"/>
                  <a:pt x="125" y="362"/>
                </a:cubicBezTo>
                <a:cubicBezTo>
                  <a:pt x="131" y="373"/>
                  <a:pt x="137" y="385"/>
                  <a:pt x="143" y="397"/>
                </a:cubicBezTo>
                <a:cubicBezTo>
                  <a:pt x="148" y="404"/>
                  <a:pt x="153" y="410"/>
                  <a:pt x="158" y="416"/>
                </a:cubicBezTo>
                <a:cubicBezTo>
                  <a:pt x="173" y="439"/>
                  <a:pt x="187" y="462"/>
                  <a:pt x="203" y="484"/>
                </a:cubicBezTo>
                <a:cubicBezTo>
                  <a:pt x="222" y="510"/>
                  <a:pt x="242" y="536"/>
                  <a:pt x="262" y="561"/>
                </a:cubicBezTo>
                <a:cubicBezTo>
                  <a:pt x="282" y="586"/>
                  <a:pt x="303" y="610"/>
                  <a:pt x="325" y="633"/>
                </a:cubicBezTo>
                <a:cubicBezTo>
                  <a:pt x="357" y="666"/>
                  <a:pt x="390" y="699"/>
                  <a:pt x="423" y="731"/>
                </a:cubicBezTo>
                <a:cubicBezTo>
                  <a:pt x="430" y="738"/>
                  <a:pt x="437" y="739"/>
                  <a:pt x="444" y="732"/>
                </a:cubicBezTo>
                <a:cubicBezTo>
                  <a:pt x="449" y="729"/>
                  <a:pt x="454" y="725"/>
                  <a:pt x="459" y="721"/>
                </a:cubicBezTo>
                <a:cubicBezTo>
                  <a:pt x="485" y="701"/>
                  <a:pt x="512" y="682"/>
                  <a:pt x="537" y="660"/>
                </a:cubicBezTo>
                <a:cubicBezTo>
                  <a:pt x="558" y="642"/>
                  <a:pt x="576" y="621"/>
                  <a:pt x="596" y="602"/>
                </a:cubicBezTo>
                <a:cubicBezTo>
                  <a:pt x="627" y="572"/>
                  <a:pt x="655" y="540"/>
                  <a:pt x="681" y="506"/>
                </a:cubicBezTo>
                <a:cubicBezTo>
                  <a:pt x="689" y="494"/>
                  <a:pt x="688" y="486"/>
                  <a:pt x="676" y="478"/>
                </a:cubicBezTo>
                <a:cubicBezTo>
                  <a:pt x="671" y="474"/>
                  <a:pt x="664" y="471"/>
                  <a:pt x="659" y="466"/>
                </a:cubicBezTo>
                <a:cubicBezTo>
                  <a:pt x="635" y="446"/>
                  <a:pt x="612" y="426"/>
                  <a:pt x="588" y="405"/>
                </a:cubicBezTo>
                <a:cubicBezTo>
                  <a:pt x="576" y="393"/>
                  <a:pt x="563" y="381"/>
                  <a:pt x="552" y="368"/>
                </a:cubicBezTo>
                <a:cubicBezTo>
                  <a:pt x="542" y="357"/>
                  <a:pt x="534" y="344"/>
                  <a:pt x="525" y="333"/>
                </a:cubicBezTo>
                <a:cubicBezTo>
                  <a:pt x="518" y="323"/>
                  <a:pt x="510" y="313"/>
                  <a:pt x="503" y="302"/>
                </a:cubicBezTo>
                <a:cubicBezTo>
                  <a:pt x="495" y="290"/>
                  <a:pt x="487" y="278"/>
                  <a:pt x="480" y="266"/>
                </a:cubicBezTo>
                <a:cubicBezTo>
                  <a:pt x="471" y="250"/>
                  <a:pt x="463" y="233"/>
                  <a:pt x="455" y="216"/>
                </a:cubicBezTo>
                <a:cubicBezTo>
                  <a:pt x="449" y="202"/>
                  <a:pt x="445" y="187"/>
                  <a:pt x="441" y="173"/>
                </a:cubicBezTo>
                <a:cubicBezTo>
                  <a:pt x="436" y="154"/>
                  <a:pt x="430" y="135"/>
                  <a:pt x="426" y="116"/>
                </a:cubicBezTo>
                <a:cubicBezTo>
                  <a:pt x="423" y="102"/>
                  <a:pt x="423" y="87"/>
                  <a:pt x="422" y="73"/>
                </a:cubicBezTo>
                <a:cubicBezTo>
                  <a:pt x="422" y="67"/>
                  <a:pt x="421" y="62"/>
                  <a:pt x="414" y="60"/>
                </a:cubicBezTo>
                <a:cubicBezTo>
                  <a:pt x="388" y="53"/>
                  <a:pt x="363" y="45"/>
                  <a:pt x="337" y="39"/>
                </a:cubicBezTo>
                <a:cubicBezTo>
                  <a:pt x="304" y="30"/>
                  <a:pt x="270" y="22"/>
                  <a:pt x="237" y="15"/>
                </a:cubicBezTo>
                <a:cubicBezTo>
                  <a:pt x="214" y="10"/>
                  <a:pt x="191" y="6"/>
                  <a:pt x="168" y="3"/>
                </a:cubicBezTo>
                <a:cubicBezTo>
                  <a:pt x="148" y="1"/>
                  <a:pt x="127" y="0"/>
                  <a:pt x="107" y="0"/>
                </a:cubicBezTo>
                <a:cubicBezTo>
                  <a:pt x="94" y="0"/>
                  <a:pt x="80" y="2"/>
                  <a:pt x="67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943429" y="2791746"/>
            <a:ext cx="2305050" cy="1974850"/>
          </a:xfrm>
          <a:custGeom>
            <a:avLst/>
            <a:gdLst>
              <a:gd name="T0" fmla="*/ 759 w 761"/>
              <a:gd name="T1" fmla="*/ 653 h 653"/>
              <a:gd name="T2" fmla="*/ 761 w 761"/>
              <a:gd name="T3" fmla="*/ 649 h 653"/>
              <a:gd name="T4" fmla="*/ 698 w 761"/>
              <a:gd name="T5" fmla="*/ 587 h 653"/>
              <a:gd name="T6" fmla="*/ 693 w 761"/>
              <a:gd name="T7" fmla="*/ 581 h 653"/>
              <a:gd name="T8" fmla="*/ 671 w 761"/>
              <a:gd name="T9" fmla="*/ 554 h 653"/>
              <a:gd name="T10" fmla="*/ 643 w 761"/>
              <a:gd name="T11" fmla="*/ 523 h 653"/>
              <a:gd name="T12" fmla="*/ 604 w 761"/>
              <a:gd name="T13" fmla="*/ 469 h 653"/>
              <a:gd name="T14" fmla="*/ 556 w 761"/>
              <a:gd name="T15" fmla="*/ 397 h 653"/>
              <a:gd name="T16" fmla="*/ 512 w 761"/>
              <a:gd name="T17" fmla="*/ 322 h 653"/>
              <a:gd name="T18" fmla="*/ 468 w 761"/>
              <a:gd name="T19" fmla="*/ 233 h 653"/>
              <a:gd name="T20" fmla="*/ 443 w 761"/>
              <a:gd name="T21" fmla="*/ 171 h 653"/>
              <a:gd name="T22" fmla="*/ 421 w 761"/>
              <a:gd name="T23" fmla="*/ 98 h 653"/>
              <a:gd name="T24" fmla="*/ 404 w 761"/>
              <a:gd name="T25" fmla="*/ 14 h 653"/>
              <a:gd name="T26" fmla="*/ 394 w 761"/>
              <a:gd name="T27" fmla="*/ 1 h 653"/>
              <a:gd name="T28" fmla="*/ 382 w 761"/>
              <a:gd name="T29" fmla="*/ 6 h 653"/>
              <a:gd name="T30" fmla="*/ 344 w 761"/>
              <a:gd name="T31" fmla="*/ 56 h 653"/>
              <a:gd name="T32" fmla="*/ 296 w 761"/>
              <a:gd name="T33" fmla="*/ 133 h 653"/>
              <a:gd name="T34" fmla="*/ 276 w 761"/>
              <a:gd name="T35" fmla="*/ 175 h 653"/>
              <a:gd name="T36" fmla="*/ 257 w 761"/>
              <a:gd name="T37" fmla="*/ 223 h 653"/>
              <a:gd name="T38" fmla="*/ 236 w 761"/>
              <a:gd name="T39" fmla="*/ 298 h 653"/>
              <a:gd name="T40" fmla="*/ 236 w 761"/>
              <a:gd name="T41" fmla="*/ 344 h 653"/>
              <a:gd name="T42" fmla="*/ 245 w 761"/>
              <a:gd name="T43" fmla="*/ 367 h 653"/>
              <a:gd name="T44" fmla="*/ 212 w 761"/>
              <a:gd name="T45" fmla="*/ 392 h 653"/>
              <a:gd name="T46" fmla="*/ 180 w 761"/>
              <a:gd name="T47" fmla="*/ 417 h 653"/>
              <a:gd name="T48" fmla="*/ 137 w 761"/>
              <a:gd name="T49" fmla="*/ 449 h 653"/>
              <a:gd name="T50" fmla="*/ 97 w 761"/>
              <a:gd name="T51" fmla="*/ 480 h 653"/>
              <a:gd name="T52" fmla="*/ 52 w 761"/>
              <a:gd name="T53" fmla="*/ 513 h 653"/>
              <a:gd name="T54" fmla="*/ 18 w 761"/>
              <a:gd name="T55" fmla="*/ 538 h 653"/>
              <a:gd name="T56" fmla="*/ 3 w 761"/>
              <a:gd name="T57" fmla="*/ 553 h 653"/>
              <a:gd name="T58" fmla="*/ 16 w 761"/>
              <a:gd name="T59" fmla="*/ 592 h 653"/>
              <a:gd name="T60" fmla="*/ 52 w 761"/>
              <a:gd name="T61" fmla="*/ 594 h 653"/>
              <a:gd name="T62" fmla="*/ 96 w 761"/>
              <a:gd name="T63" fmla="*/ 558 h 653"/>
              <a:gd name="T64" fmla="*/ 150 w 761"/>
              <a:gd name="T65" fmla="*/ 514 h 653"/>
              <a:gd name="T66" fmla="*/ 207 w 761"/>
              <a:gd name="T67" fmla="*/ 465 h 653"/>
              <a:gd name="T68" fmla="*/ 268 w 761"/>
              <a:gd name="T69" fmla="*/ 414 h 653"/>
              <a:gd name="T70" fmla="*/ 275 w 761"/>
              <a:gd name="T71" fmla="*/ 422 h 653"/>
              <a:gd name="T72" fmla="*/ 314 w 761"/>
              <a:gd name="T73" fmla="*/ 472 h 653"/>
              <a:gd name="T74" fmla="*/ 381 w 761"/>
              <a:gd name="T75" fmla="*/ 530 h 653"/>
              <a:gd name="T76" fmla="*/ 436 w 761"/>
              <a:gd name="T77" fmla="*/ 567 h 653"/>
              <a:gd name="T78" fmla="*/ 498 w 761"/>
              <a:gd name="T79" fmla="*/ 596 h 653"/>
              <a:gd name="T80" fmla="*/ 568 w 761"/>
              <a:gd name="T81" fmla="*/ 621 h 653"/>
              <a:gd name="T82" fmla="*/ 657 w 761"/>
              <a:gd name="T83" fmla="*/ 642 h 653"/>
              <a:gd name="T84" fmla="*/ 720 w 761"/>
              <a:gd name="T85" fmla="*/ 648 h 653"/>
              <a:gd name="T86" fmla="*/ 729 w 761"/>
              <a:gd name="T87" fmla="*/ 649 h 653"/>
              <a:gd name="T88" fmla="*/ 759 w 761"/>
              <a:gd name="T89" fmla="*/ 653 h 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761" h="653">
                <a:moveTo>
                  <a:pt x="759" y="653"/>
                </a:moveTo>
                <a:cubicBezTo>
                  <a:pt x="760" y="651"/>
                  <a:pt x="760" y="650"/>
                  <a:pt x="761" y="649"/>
                </a:cubicBezTo>
                <a:cubicBezTo>
                  <a:pt x="740" y="628"/>
                  <a:pt x="719" y="608"/>
                  <a:pt x="698" y="587"/>
                </a:cubicBezTo>
                <a:cubicBezTo>
                  <a:pt x="696" y="585"/>
                  <a:pt x="695" y="583"/>
                  <a:pt x="693" y="581"/>
                </a:cubicBezTo>
                <a:cubicBezTo>
                  <a:pt x="686" y="572"/>
                  <a:pt x="679" y="563"/>
                  <a:pt x="671" y="554"/>
                </a:cubicBezTo>
                <a:cubicBezTo>
                  <a:pt x="662" y="543"/>
                  <a:pt x="652" y="534"/>
                  <a:pt x="643" y="523"/>
                </a:cubicBezTo>
                <a:cubicBezTo>
                  <a:pt x="630" y="505"/>
                  <a:pt x="617" y="487"/>
                  <a:pt x="604" y="469"/>
                </a:cubicBezTo>
                <a:cubicBezTo>
                  <a:pt x="588" y="445"/>
                  <a:pt x="572" y="421"/>
                  <a:pt x="556" y="397"/>
                </a:cubicBezTo>
                <a:cubicBezTo>
                  <a:pt x="541" y="372"/>
                  <a:pt x="526" y="348"/>
                  <a:pt x="512" y="322"/>
                </a:cubicBezTo>
                <a:cubicBezTo>
                  <a:pt x="496" y="293"/>
                  <a:pt x="482" y="263"/>
                  <a:pt x="468" y="233"/>
                </a:cubicBezTo>
                <a:cubicBezTo>
                  <a:pt x="459" y="213"/>
                  <a:pt x="450" y="192"/>
                  <a:pt x="443" y="171"/>
                </a:cubicBezTo>
                <a:cubicBezTo>
                  <a:pt x="435" y="147"/>
                  <a:pt x="430" y="122"/>
                  <a:pt x="421" y="98"/>
                </a:cubicBezTo>
                <a:cubicBezTo>
                  <a:pt x="412" y="71"/>
                  <a:pt x="407" y="43"/>
                  <a:pt x="404" y="14"/>
                </a:cubicBezTo>
                <a:cubicBezTo>
                  <a:pt x="403" y="9"/>
                  <a:pt x="398" y="4"/>
                  <a:pt x="394" y="1"/>
                </a:cubicBezTo>
                <a:cubicBezTo>
                  <a:pt x="391" y="0"/>
                  <a:pt x="385" y="3"/>
                  <a:pt x="382" y="6"/>
                </a:cubicBezTo>
                <a:cubicBezTo>
                  <a:pt x="369" y="22"/>
                  <a:pt x="356" y="39"/>
                  <a:pt x="344" y="56"/>
                </a:cubicBezTo>
                <a:cubicBezTo>
                  <a:pt x="327" y="81"/>
                  <a:pt x="311" y="107"/>
                  <a:pt x="296" y="133"/>
                </a:cubicBezTo>
                <a:cubicBezTo>
                  <a:pt x="288" y="146"/>
                  <a:pt x="282" y="161"/>
                  <a:pt x="276" y="175"/>
                </a:cubicBezTo>
                <a:cubicBezTo>
                  <a:pt x="269" y="191"/>
                  <a:pt x="263" y="206"/>
                  <a:pt x="257" y="223"/>
                </a:cubicBezTo>
                <a:cubicBezTo>
                  <a:pt x="248" y="247"/>
                  <a:pt x="237" y="272"/>
                  <a:pt x="236" y="298"/>
                </a:cubicBezTo>
                <a:cubicBezTo>
                  <a:pt x="235" y="314"/>
                  <a:pt x="235" y="329"/>
                  <a:pt x="236" y="344"/>
                </a:cubicBezTo>
                <a:cubicBezTo>
                  <a:pt x="237" y="352"/>
                  <a:pt x="242" y="360"/>
                  <a:pt x="245" y="367"/>
                </a:cubicBezTo>
                <a:cubicBezTo>
                  <a:pt x="234" y="375"/>
                  <a:pt x="223" y="383"/>
                  <a:pt x="212" y="392"/>
                </a:cubicBezTo>
                <a:cubicBezTo>
                  <a:pt x="201" y="400"/>
                  <a:pt x="191" y="409"/>
                  <a:pt x="180" y="417"/>
                </a:cubicBezTo>
                <a:cubicBezTo>
                  <a:pt x="166" y="428"/>
                  <a:pt x="151" y="438"/>
                  <a:pt x="137" y="449"/>
                </a:cubicBezTo>
                <a:cubicBezTo>
                  <a:pt x="123" y="459"/>
                  <a:pt x="110" y="470"/>
                  <a:pt x="97" y="480"/>
                </a:cubicBezTo>
                <a:cubicBezTo>
                  <a:pt x="82" y="491"/>
                  <a:pt x="67" y="502"/>
                  <a:pt x="52" y="513"/>
                </a:cubicBezTo>
                <a:cubicBezTo>
                  <a:pt x="41" y="521"/>
                  <a:pt x="29" y="529"/>
                  <a:pt x="18" y="538"/>
                </a:cubicBezTo>
                <a:cubicBezTo>
                  <a:pt x="12" y="542"/>
                  <a:pt x="4" y="547"/>
                  <a:pt x="3" y="553"/>
                </a:cubicBezTo>
                <a:cubicBezTo>
                  <a:pt x="0" y="568"/>
                  <a:pt x="4" y="582"/>
                  <a:pt x="16" y="592"/>
                </a:cubicBezTo>
                <a:cubicBezTo>
                  <a:pt x="29" y="602"/>
                  <a:pt x="39" y="604"/>
                  <a:pt x="52" y="594"/>
                </a:cubicBezTo>
                <a:cubicBezTo>
                  <a:pt x="67" y="583"/>
                  <a:pt x="82" y="571"/>
                  <a:pt x="96" y="558"/>
                </a:cubicBezTo>
                <a:cubicBezTo>
                  <a:pt x="114" y="544"/>
                  <a:pt x="132" y="529"/>
                  <a:pt x="150" y="514"/>
                </a:cubicBezTo>
                <a:cubicBezTo>
                  <a:pt x="169" y="498"/>
                  <a:pt x="188" y="482"/>
                  <a:pt x="207" y="465"/>
                </a:cubicBezTo>
                <a:cubicBezTo>
                  <a:pt x="227" y="449"/>
                  <a:pt x="247" y="432"/>
                  <a:pt x="268" y="414"/>
                </a:cubicBezTo>
                <a:cubicBezTo>
                  <a:pt x="270" y="417"/>
                  <a:pt x="273" y="420"/>
                  <a:pt x="275" y="422"/>
                </a:cubicBezTo>
                <a:cubicBezTo>
                  <a:pt x="288" y="439"/>
                  <a:pt x="299" y="457"/>
                  <a:pt x="314" y="472"/>
                </a:cubicBezTo>
                <a:cubicBezTo>
                  <a:pt x="335" y="493"/>
                  <a:pt x="358" y="512"/>
                  <a:pt x="381" y="530"/>
                </a:cubicBezTo>
                <a:cubicBezTo>
                  <a:pt x="398" y="544"/>
                  <a:pt x="417" y="556"/>
                  <a:pt x="436" y="567"/>
                </a:cubicBezTo>
                <a:cubicBezTo>
                  <a:pt x="456" y="578"/>
                  <a:pt x="477" y="587"/>
                  <a:pt x="498" y="596"/>
                </a:cubicBezTo>
                <a:cubicBezTo>
                  <a:pt x="521" y="605"/>
                  <a:pt x="544" y="614"/>
                  <a:pt x="568" y="621"/>
                </a:cubicBezTo>
                <a:cubicBezTo>
                  <a:pt x="597" y="629"/>
                  <a:pt x="627" y="636"/>
                  <a:pt x="657" y="642"/>
                </a:cubicBezTo>
                <a:cubicBezTo>
                  <a:pt x="678" y="646"/>
                  <a:pt x="699" y="646"/>
                  <a:pt x="720" y="648"/>
                </a:cubicBezTo>
                <a:cubicBezTo>
                  <a:pt x="723" y="648"/>
                  <a:pt x="726" y="648"/>
                  <a:pt x="729" y="649"/>
                </a:cubicBezTo>
                <a:cubicBezTo>
                  <a:pt x="739" y="650"/>
                  <a:pt x="749" y="651"/>
                  <a:pt x="759" y="6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0" name="Freeform 9"/>
          <p:cNvSpPr/>
          <p:nvPr/>
        </p:nvSpPr>
        <p:spPr bwMode="auto">
          <a:xfrm>
            <a:off x="4755016" y="2163096"/>
            <a:ext cx="1468438" cy="1296988"/>
          </a:xfrm>
          <a:custGeom>
            <a:avLst/>
            <a:gdLst>
              <a:gd name="T0" fmla="*/ 485 w 485"/>
              <a:gd name="T1" fmla="*/ 17 h 429"/>
              <a:gd name="T2" fmla="*/ 477 w 485"/>
              <a:gd name="T3" fmla="*/ 10 h 429"/>
              <a:gd name="T4" fmla="*/ 454 w 485"/>
              <a:gd name="T5" fmla="*/ 3 h 429"/>
              <a:gd name="T6" fmla="*/ 430 w 485"/>
              <a:gd name="T7" fmla="*/ 2 h 429"/>
              <a:gd name="T8" fmla="*/ 393 w 485"/>
              <a:gd name="T9" fmla="*/ 17 h 429"/>
              <a:gd name="T10" fmla="*/ 302 w 485"/>
              <a:gd name="T11" fmla="*/ 50 h 429"/>
              <a:gd name="T12" fmla="*/ 244 w 485"/>
              <a:gd name="T13" fmla="*/ 57 h 429"/>
              <a:gd name="T14" fmla="*/ 141 w 485"/>
              <a:gd name="T15" fmla="*/ 55 h 429"/>
              <a:gd name="T16" fmla="*/ 110 w 485"/>
              <a:gd name="T17" fmla="*/ 51 h 429"/>
              <a:gd name="T18" fmla="*/ 62 w 485"/>
              <a:gd name="T19" fmla="*/ 40 h 429"/>
              <a:gd name="T20" fmla="*/ 16 w 485"/>
              <a:gd name="T21" fmla="*/ 30 h 429"/>
              <a:gd name="T22" fmla="*/ 0 w 485"/>
              <a:gd name="T23" fmla="*/ 41 h 429"/>
              <a:gd name="T24" fmla="*/ 3 w 485"/>
              <a:gd name="T25" fmla="*/ 58 h 429"/>
              <a:gd name="T26" fmla="*/ 9 w 485"/>
              <a:gd name="T27" fmla="*/ 98 h 429"/>
              <a:gd name="T28" fmla="*/ 41 w 485"/>
              <a:gd name="T29" fmla="*/ 187 h 429"/>
              <a:gd name="T30" fmla="*/ 78 w 485"/>
              <a:gd name="T31" fmla="*/ 248 h 429"/>
              <a:gd name="T32" fmla="*/ 124 w 485"/>
              <a:gd name="T33" fmla="*/ 309 h 429"/>
              <a:gd name="T34" fmla="*/ 170 w 485"/>
              <a:gd name="T35" fmla="*/ 358 h 429"/>
              <a:gd name="T36" fmla="*/ 177 w 485"/>
              <a:gd name="T37" fmla="*/ 364 h 429"/>
              <a:gd name="T38" fmla="*/ 216 w 485"/>
              <a:gd name="T39" fmla="*/ 397 h 429"/>
              <a:gd name="T40" fmla="*/ 255 w 485"/>
              <a:gd name="T41" fmla="*/ 426 h 429"/>
              <a:gd name="T42" fmla="*/ 272 w 485"/>
              <a:gd name="T43" fmla="*/ 421 h 429"/>
              <a:gd name="T44" fmla="*/ 293 w 485"/>
              <a:gd name="T45" fmla="*/ 390 h 429"/>
              <a:gd name="T46" fmla="*/ 345 w 485"/>
              <a:gd name="T47" fmla="*/ 309 h 429"/>
              <a:gd name="T48" fmla="*/ 391 w 485"/>
              <a:gd name="T49" fmla="*/ 224 h 429"/>
              <a:gd name="T50" fmla="*/ 439 w 485"/>
              <a:gd name="T51" fmla="*/ 122 h 429"/>
              <a:gd name="T52" fmla="*/ 478 w 485"/>
              <a:gd name="T53" fmla="*/ 35 h 429"/>
              <a:gd name="T54" fmla="*/ 485 w 485"/>
              <a:gd name="T55" fmla="*/ 17 h 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85" h="429">
                <a:moveTo>
                  <a:pt x="485" y="17"/>
                </a:moveTo>
                <a:cubicBezTo>
                  <a:pt x="482" y="15"/>
                  <a:pt x="480" y="12"/>
                  <a:pt x="477" y="10"/>
                </a:cubicBezTo>
                <a:cubicBezTo>
                  <a:pt x="469" y="7"/>
                  <a:pt x="462" y="5"/>
                  <a:pt x="454" y="3"/>
                </a:cubicBezTo>
                <a:cubicBezTo>
                  <a:pt x="446" y="2"/>
                  <a:pt x="438" y="0"/>
                  <a:pt x="430" y="2"/>
                </a:cubicBezTo>
                <a:cubicBezTo>
                  <a:pt x="418" y="6"/>
                  <a:pt x="406" y="13"/>
                  <a:pt x="393" y="17"/>
                </a:cubicBezTo>
                <a:cubicBezTo>
                  <a:pt x="363" y="28"/>
                  <a:pt x="335" y="46"/>
                  <a:pt x="302" y="50"/>
                </a:cubicBezTo>
                <a:cubicBezTo>
                  <a:pt x="283" y="52"/>
                  <a:pt x="263" y="57"/>
                  <a:pt x="244" y="57"/>
                </a:cubicBezTo>
                <a:cubicBezTo>
                  <a:pt x="210" y="58"/>
                  <a:pt x="175" y="56"/>
                  <a:pt x="141" y="55"/>
                </a:cubicBezTo>
                <a:cubicBezTo>
                  <a:pt x="131" y="54"/>
                  <a:pt x="120" y="53"/>
                  <a:pt x="110" y="51"/>
                </a:cubicBezTo>
                <a:cubicBezTo>
                  <a:pt x="94" y="48"/>
                  <a:pt x="78" y="44"/>
                  <a:pt x="62" y="40"/>
                </a:cubicBezTo>
                <a:cubicBezTo>
                  <a:pt x="47" y="36"/>
                  <a:pt x="31" y="34"/>
                  <a:pt x="16" y="30"/>
                </a:cubicBezTo>
                <a:cubicBezTo>
                  <a:pt x="6" y="27"/>
                  <a:pt x="0" y="31"/>
                  <a:pt x="0" y="41"/>
                </a:cubicBezTo>
                <a:cubicBezTo>
                  <a:pt x="0" y="47"/>
                  <a:pt x="2" y="52"/>
                  <a:pt x="3" y="58"/>
                </a:cubicBezTo>
                <a:cubicBezTo>
                  <a:pt x="5" y="71"/>
                  <a:pt x="7" y="84"/>
                  <a:pt x="9" y="98"/>
                </a:cubicBezTo>
                <a:cubicBezTo>
                  <a:pt x="14" y="129"/>
                  <a:pt x="28" y="158"/>
                  <a:pt x="41" y="187"/>
                </a:cubicBezTo>
                <a:cubicBezTo>
                  <a:pt x="51" y="208"/>
                  <a:pt x="64" y="228"/>
                  <a:pt x="78" y="248"/>
                </a:cubicBezTo>
                <a:cubicBezTo>
                  <a:pt x="92" y="269"/>
                  <a:pt x="108" y="289"/>
                  <a:pt x="124" y="309"/>
                </a:cubicBezTo>
                <a:cubicBezTo>
                  <a:pt x="138" y="326"/>
                  <a:pt x="154" y="342"/>
                  <a:pt x="170" y="358"/>
                </a:cubicBezTo>
                <a:cubicBezTo>
                  <a:pt x="172" y="360"/>
                  <a:pt x="175" y="362"/>
                  <a:pt x="177" y="364"/>
                </a:cubicBezTo>
                <a:cubicBezTo>
                  <a:pt x="190" y="375"/>
                  <a:pt x="205" y="384"/>
                  <a:pt x="216" y="397"/>
                </a:cubicBezTo>
                <a:cubicBezTo>
                  <a:pt x="228" y="409"/>
                  <a:pt x="241" y="418"/>
                  <a:pt x="255" y="426"/>
                </a:cubicBezTo>
                <a:cubicBezTo>
                  <a:pt x="262" y="429"/>
                  <a:pt x="267" y="427"/>
                  <a:pt x="272" y="421"/>
                </a:cubicBezTo>
                <a:cubicBezTo>
                  <a:pt x="279" y="411"/>
                  <a:pt x="286" y="401"/>
                  <a:pt x="293" y="390"/>
                </a:cubicBezTo>
                <a:cubicBezTo>
                  <a:pt x="311" y="363"/>
                  <a:pt x="328" y="336"/>
                  <a:pt x="345" y="309"/>
                </a:cubicBezTo>
                <a:cubicBezTo>
                  <a:pt x="361" y="281"/>
                  <a:pt x="376" y="253"/>
                  <a:pt x="391" y="224"/>
                </a:cubicBezTo>
                <a:cubicBezTo>
                  <a:pt x="408" y="191"/>
                  <a:pt x="423" y="156"/>
                  <a:pt x="439" y="122"/>
                </a:cubicBezTo>
                <a:cubicBezTo>
                  <a:pt x="452" y="93"/>
                  <a:pt x="465" y="64"/>
                  <a:pt x="478" y="35"/>
                </a:cubicBezTo>
                <a:cubicBezTo>
                  <a:pt x="481" y="30"/>
                  <a:pt x="482" y="24"/>
                  <a:pt x="485" y="1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936831" y="2774591"/>
            <a:ext cx="774700" cy="0"/>
          </a:xfrm>
          <a:prstGeom prst="line">
            <a:avLst/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382132" y="3609739"/>
            <a:ext cx="1440000" cy="0"/>
          </a:xfrm>
          <a:prstGeom prst="line">
            <a:avLst/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048404" y="4706539"/>
            <a:ext cx="2664000" cy="0"/>
          </a:xfrm>
          <a:prstGeom prst="line">
            <a:avLst/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31"/>
          <p:cNvCxnSpPr/>
          <p:nvPr/>
        </p:nvCxnSpPr>
        <p:spPr>
          <a:xfrm>
            <a:off x="2451100" y="4713383"/>
            <a:ext cx="4261304" cy="972161"/>
          </a:xfrm>
          <a:prstGeom prst="bentConnector3">
            <a:avLst>
              <a:gd name="adj1" fmla="val 229"/>
            </a:avLst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943429" y="2791746"/>
            <a:ext cx="2305050" cy="1974850"/>
            <a:chOff x="943429" y="2543443"/>
            <a:chExt cx="2305050" cy="1974850"/>
          </a:xfrm>
        </p:grpSpPr>
        <p:sp>
          <p:nvSpPr>
            <p:cNvPr id="16" name="Freeform 12"/>
            <p:cNvSpPr/>
            <p:nvPr/>
          </p:nvSpPr>
          <p:spPr bwMode="auto">
            <a:xfrm>
              <a:off x="943429" y="2543443"/>
              <a:ext cx="2305050" cy="1974850"/>
            </a:xfrm>
            <a:custGeom>
              <a:avLst/>
              <a:gdLst>
                <a:gd name="T0" fmla="*/ 759 w 761"/>
                <a:gd name="T1" fmla="*/ 653 h 653"/>
                <a:gd name="T2" fmla="*/ 729 w 761"/>
                <a:gd name="T3" fmla="*/ 649 h 653"/>
                <a:gd name="T4" fmla="*/ 720 w 761"/>
                <a:gd name="T5" fmla="*/ 648 h 653"/>
                <a:gd name="T6" fmla="*/ 657 w 761"/>
                <a:gd name="T7" fmla="*/ 642 h 653"/>
                <a:gd name="T8" fmla="*/ 568 w 761"/>
                <a:gd name="T9" fmla="*/ 621 h 653"/>
                <a:gd name="T10" fmla="*/ 498 w 761"/>
                <a:gd name="T11" fmla="*/ 596 h 653"/>
                <a:gd name="T12" fmla="*/ 436 w 761"/>
                <a:gd name="T13" fmla="*/ 567 h 653"/>
                <a:gd name="T14" fmla="*/ 381 w 761"/>
                <a:gd name="T15" fmla="*/ 530 h 653"/>
                <a:gd name="T16" fmla="*/ 314 w 761"/>
                <a:gd name="T17" fmla="*/ 472 h 653"/>
                <a:gd name="T18" fmla="*/ 275 w 761"/>
                <a:gd name="T19" fmla="*/ 422 h 653"/>
                <a:gd name="T20" fmla="*/ 268 w 761"/>
                <a:gd name="T21" fmla="*/ 414 h 653"/>
                <a:gd name="T22" fmla="*/ 207 w 761"/>
                <a:gd name="T23" fmla="*/ 465 h 653"/>
                <a:gd name="T24" fmla="*/ 150 w 761"/>
                <a:gd name="T25" fmla="*/ 514 h 653"/>
                <a:gd name="T26" fmla="*/ 96 w 761"/>
                <a:gd name="T27" fmla="*/ 558 h 653"/>
                <a:gd name="T28" fmla="*/ 52 w 761"/>
                <a:gd name="T29" fmla="*/ 594 h 653"/>
                <a:gd name="T30" fmla="*/ 16 w 761"/>
                <a:gd name="T31" fmla="*/ 592 h 653"/>
                <a:gd name="T32" fmla="*/ 3 w 761"/>
                <a:gd name="T33" fmla="*/ 553 h 653"/>
                <a:gd name="T34" fmla="*/ 18 w 761"/>
                <a:gd name="T35" fmla="*/ 538 h 653"/>
                <a:gd name="T36" fmla="*/ 52 w 761"/>
                <a:gd name="T37" fmla="*/ 513 h 653"/>
                <a:gd name="T38" fmla="*/ 97 w 761"/>
                <a:gd name="T39" fmla="*/ 480 h 653"/>
                <a:gd name="T40" fmla="*/ 137 w 761"/>
                <a:gd name="T41" fmla="*/ 449 h 653"/>
                <a:gd name="T42" fmla="*/ 180 w 761"/>
                <a:gd name="T43" fmla="*/ 417 h 653"/>
                <a:gd name="T44" fmla="*/ 212 w 761"/>
                <a:gd name="T45" fmla="*/ 392 h 653"/>
                <a:gd name="T46" fmla="*/ 245 w 761"/>
                <a:gd name="T47" fmla="*/ 367 h 653"/>
                <a:gd name="T48" fmla="*/ 236 w 761"/>
                <a:gd name="T49" fmla="*/ 344 h 653"/>
                <a:gd name="T50" fmla="*/ 236 w 761"/>
                <a:gd name="T51" fmla="*/ 298 h 653"/>
                <a:gd name="T52" fmla="*/ 257 w 761"/>
                <a:gd name="T53" fmla="*/ 223 h 653"/>
                <a:gd name="T54" fmla="*/ 276 w 761"/>
                <a:gd name="T55" fmla="*/ 175 h 653"/>
                <a:gd name="T56" fmla="*/ 296 w 761"/>
                <a:gd name="T57" fmla="*/ 133 h 653"/>
                <a:gd name="T58" fmla="*/ 344 w 761"/>
                <a:gd name="T59" fmla="*/ 56 h 653"/>
                <a:gd name="T60" fmla="*/ 382 w 761"/>
                <a:gd name="T61" fmla="*/ 6 h 653"/>
                <a:gd name="T62" fmla="*/ 394 w 761"/>
                <a:gd name="T63" fmla="*/ 1 h 653"/>
                <a:gd name="T64" fmla="*/ 404 w 761"/>
                <a:gd name="T65" fmla="*/ 14 h 653"/>
                <a:gd name="T66" fmla="*/ 421 w 761"/>
                <a:gd name="T67" fmla="*/ 98 h 653"/>
                <a:gd name="T68" fmla="*/ 443 w 761"/>
                <a:gd name="T69" fmla="*/ 171 h 653"/>
                <a:gd name="T70" fmla="*/ 468 w 761"/>
                <a:gd name="T71" fmla="*/ 233 h 653"/>
                <a:gd name="T72" fmla="*/ 512 w 761"/>
                <a:gd name="T73" fmla="*/ 322 h 653"/>
                <a:gd name="T74" fmla="*/ 556 w 761"/>
                <a:gd name="T75" fmla="*/ 397 h 653"/>
                <a:gd name="T76" fmla="*/ 604 w 761"/>
                <a:gd name="T77" fmla="*/ 469 h 653"/>
                <a:gd name="T78" fmla="*/ 643 w 761"/>
                <a:gd name="T79" fmla="*/ 523 h 653"/>
                <a:gd name="T80" fmla="*/ 671 w 761"/>
                <a:gd name="T81" fmla="*/ 554 h 653"/>
                <a:gd name="T82" fmla="*/ 693 w 761"/>
                <a:gd name="T83" fmla="*/ 581 h 653"/>
                <a:gd name="T84" fmla="*/ 698 w 761"/>
                <a:gd name="T85" fmla="*/ 587 h 653"/>
                <a:gd name="T86" fmla="*/ 761 w 761"/>
                <a:gd name="T87" fmla="*/ 649 h 653"/>
                <a:gd name="T88" fmla="*/ 759 w 761"/>
                <a:gd name="T89" fmla="*/ 65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1" h="653">
                  <a:moveTo>
                    <a:pt x="759" y="653"/>
                  </a:moveTo>
                  <a:cubicBezTo>
                    <a:pt x="749" y="651"/>
                    <a:pt x="739" y="650"/>
                    <a:pt x="729" y="649"/>
                  </a:cubicBezTo>
                  <a:cubicBezTo>
                    <a:pt x="726" y="648"/>
                    <a:pt x="723" y="648"/>
                    <a:pt x="720" y="648"/>
                  </a:cubicBezTo>
                  <a:cubicBezTo>
                    <a:pt x="699" y="646"/>
                    <a:pt x="678" y="646"/>
                    <a:pt x="657" y="642"/>
                  </a:cubicBezTo>
                  <a:cubicBezTo>
                    <a:pt x="627" y="636"/>
                    <a:pt x="597" y="629"/>
                    <a:pt x="568" y="621"/>
                  </a:cubicBezTo>
                  <a:cubicBezTo>
                    <a:pt x="544" y="614"/>
                    <a:pt x="521" y="605"/>
                    <a:pt x="498" y="596"/>
                  </a:cubicBezTo>
                  <a:cubicBezTo>
                    <a:pt x="477" y="587"/>
                    <a:pt x="456" y="578"/>
                    <a:pt x="436" y="567"/>
                  </a:cubicBezTo>
                  <a:cubicBezTo>
                    <a:pt x="417" y="556"/>
                    <a:pt x="398" y="544"/>
                    <a:pt x="381" y="530"/>
                  </a:cubicBezTo>
                  <a:cubicBezTo>
                    <a:pt x="358" y="512"/>
                    <a:pt x="335" y="493"/>
                    <a:pt x="314" y="472"/>
                  </a:cubicBezTo>
                  <a:cubicBezTo>
                    <a:pt x="299" y="457"/>
                    <a:pt x="288" y="439"/>
                    <a:pt x="275" y="422"/>
                  </a:cubicBezTo>
                  <a:cubicBezTo>
                    <a:pt x="273" y="420"/>
                    <a:pt x="270" y="417"/>
                    <a:pt x="268" y="414"/>
                  </a:cubicBezTo>
                  <a:cubicBezTo>
                    <a:pt x="247" y="432"/>
                    <a:pt x="227" y="449"/>
                    <a:pt x="207" y="465"/>
                  </a:cubicBezTo>
                  <a:cubicBezTo>
                    <a:pt x="188" y="482"/>
                    <a:pt x="169" y="498"/>
                    <a:pt x="150" y="514"/>
                  </a:cubicBezTo>
                  <a:cubicBezTo>
                    <a:pt x="132" y="529"/>
                    <a:pt x="114" y="544"/>
                    <a:pt x="96" y="558"/>
                  </a:cubicBezTo>
                  <a:cubicBezTo>
                    <a:pt x="82" y="571"/>
                    <a:pt x="67" y="583"/>
                    <a:pt x="52" y="594"/>
                  </a:cubicBezTo>
                  <a:cubicBezTo>
                    <a:pt x="39" y="604"/>
                    <a:pt x="29" y="602"/>
                    <a:pt x="16" y="592"/>
                  </a:cubicBezTo>
                  <a:cubicBezTo>
                    <a:pt x="4" y="582"/>
                    <a:pt x="0" y="568"/>
                    <a:pt x="3" y="553"/>
                  </a:cubicBezTo>
                  <a:cubicBezTo>
                    <a:pt x="4" y="547"/>
                    <a:pt x="12" y="542"/>
                    <a:pt x="18" y="538"/>
                  </a:cubicBezTo>
                  <a:cubicBezTo>
                    <a:pt x="29" y="529"/>
                    <a:pt x="41" y="521"/>
                    <a:pt x="52" y="513"/>
                  </a:cubicBezTo>
                  <a:cubicBezTo>
                    <a:pt x="67" y="502"/>
                    <a:pt x="82" y="491"/>
                    <a:pt x="97" y="480"/>
                  </a:cubicBezTo>
                  <a:cubicBezTo>
                    <a:pt x="110" y="470"/>
                    <a:pt x="123" y="459"/>
                    <a:pt x="137" y="449"/>
                  </a:cubicBezTo>
                  <a:cubicBezTo>
                    <a:pt x="151" y="438"/>
                    <a:pt x="166" y="428"/>
                    <a:pt x="180" y="417"/>
                  </a:cubicBezTo>
                  <a:cubicBezTo>
                    <a:pt x="191" y="409"/>
                    <a:pt x="201" y="400"/>
                    <a:pt x="212" y="392"/>
                  </a:cubicBezTo>
                  <a:cubicBezTo>
                    <a:pt x="223" y="383"/>
                    <a:pt x="234" y="375"/>
                    <a:pt x="245" y="367"/>
                  </a:cubicBezTo>
                  <a:cubicBezTo>
                    <a:pt x="242" y="360"/>
                    <a:pt x="237" y="352"/>
                    <a:pt x="236" y="344"/>
                  </a:cubicBezTo>
                  <a:cubicBezTo>
                    <a:pt x="235" y="329"/>
                    <a:pt x="235" y="314"/>
                    <a:pt x="236" y="298"/>
                  </a:cubicBezTo>
                  <a:cubicBezTo>
                    <a:pt x="237" y="272"/>
                    <a:pt x="248" y="247"/>
                    <a:pt x="257" y="223"/>
                  </a:cubicBezTo>
                  <a:cubicBezTo>
                    <a:pt x="263" y="206"/>
                    <a:pt x="269" y="191"/>
                    <a:pt x="276" y="175"/>
                  </a:cubicBezTo>
                  <a:cubicBezTo>
                    <a:pt x="282" y="161"/>
                    <a:pt x="288" y="146"/>
                    <a:pt x="296" y="133"/>
                  </a:cubicBezTo>
                  <a:cubicBezTo>
                    <a:pt x="311" y="107"/>
                    <a:pt x="327" y="81"/>
                    <a:pt x="344" y="56"/>
                  </a:cubicBezTo>
                  <a:cubicBezTo>
                    <a:pt x="356" y="39"/>
                    <a:pt x="369" y="22"/>
                    <a:pt x="382" y="6"/>
                  </a:cubicBezTo>
                  <a:cubicBezTo>
                    <a:pt x="385" y="3"/>
                    <a:pt x="391" y="0"/>
                    <a:pt x="394" y="1"/>
                  </a:cubicBezTo>
                  <a:cubicBezTo>
                    <a:pt x="398" y="4"/>
                    <a:pt x="403" y="9"/>
                    <a:pt x="404" y="14"/>
                  </a:cubicBezTo>
                  <a:cubicBezTo>
                    <a:pt x="407" y="43"/>
                    <a:pt x="412" y="71"/>
                    <a:pt x="421" y="98"/>
                  </a:cubicBezTo>
                  <a:cubicBezTo>
                    <a:pt x="430" y="122"/>
                    <a:pt x="435" y="147"/>
                    <a:pt x="443" y="171"/>
                  </a:cubicBezTo>
                  <a:cubicBezTo>
                    <a:pt x="450" y="192"/>
                    <a:pt x="459" y="213"/>
                    <a:pt x="468" y="233"/>
                  </a:cubicBezTo>
                  <a:cubicBezTo>
                    <a:pt x="482" y="263"/>
                    <a:pt x="496" y="293"/>
                    <a:pt x="512" y="322"/>
                  </a:cubicBezTo>
                  <a:cubicBezTo>
                    <a:pt x="526" y="348"/>
                    <a:pt x="541" y="372"/>
                    <a:pt x="556" y="397"/>
                  </a:cubicBezTo>
                  <a:cubicBezTo>
                    <a:pt x="572" y="421"/>
                    <a:pt x="588" y="445"/>
                    <a:pt x="604" y="469"/>
                  </a:cubicBezTo>
                  <a:cubicBezTo>
                    <a:pt x="617" y="487"/>
                    <a:pt x="630" y="505"/>
                    <a:pt x="643" y="523"/>
                  </a:cubicBezTo>
                  <a:cubicBezTo>
                    <a:pt x="652" y="534"/>
                    <a:pt x="662" y="543"/>
                    <a:pt x="671" y="554"/>
                  </a:cubicBezTo>
                  <a:cubicBezTo>
                    <a:pt x="679" y="563"/>
                    <a:pt x="686" y="572"/>
                    <a:pt x="693" y="581"/>
                  </a:cubicBezTo>
                  <a:cubicBezTo>
                    <a:pt x="695" y="583"/>
                    <a:pt x="696" y="585"/>
                    <a:pt x="698" y="587"/>
                  </a:cubicBezTo>
                  <a:cubicBezTo>
                    <a:pt x="719" y="608"/>
                    <a:pt x="740" y="628"/>
                    <a:pt x="761" y="649"/>
                  </a:cubicBezTo>
                  <a:cubicBezTo>
                    <a:pt x="760" y="650"/>
                    <a:pt x="760" y="651"/>
                    <a:pt x="759" y="653"/>
                  </a:cubicBezTo>
                  <a:close/>
                </a:path>
              </a:pathLst>
            </a:custGeom>
            <a:solidFill>
              <a:srgbClr val="377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grpSp>
          <p:nvGrpSpPr>
            <p:cNvPr id="17" name="Group 4"/>
            <p:cNvGrpSpPr>
              <a:grpSpLocks noChangeAspect="1"/>
            </p:cNvGrpSpPr>
            <p:nvPr/>
          </p:nvGrpSpPr>
          <p:grpSpPr>
            <a:xfrm>
              <a:off x="1839822" y="3315666"/>
              <a:ext cx="466725" cy="503238"/>
              <a:chOff x="1287" y="1434"/>
              <a:chExt cx="294" cy="317"/>
            </a:xfrm>
            <a:solidFill>
              <a:schemeClr val="bg1"/>
            </a:solidFill>
          </p:grpSpPr>
          <p:sp>
            <p:nvSpPr>
              <p:cNvPr id="18" name="Freeform 6"/>
              <p:cNvSpPr>
                <a:spLocks noEditPoints="1"/>
              </p:cNvSpPr>
              <p:nvPr/>
            </p:nvSpPr>
            <p:spPr bwMode="auto">
              <a:xfrm>
                <a:off x="1287" y="1434"/>
                <a:ext cx="294" cy="317"/>
              </a:xfrm>
              <a:custGeom>
                <a:avLst/>
                <a:gdLst>
                  <a:gd name="T0" fmla="*/ 1280 w 3232"/>
                  <a:gd name="T1" fmla="*/ 3131 h 3487"/>
                  <a:gd name="T2" fmla="*/ 1746 w 3232"/>
                  <a:gd name="T3" fmla="*/ 3324 h 3487"/>
                  <a:gd name="T4" fmla="*/ 2169 w 3232"/>
                  <a:gd name="T5" fmla="*/ 2895 h 3487"/>
                  <a:gd name="T6" fmla="*/ 2020 w 3232"/>
                  <a:gd name="T7" fmla="*/ 2577 h 3487"/>
                  <a:gd name="T8" fmla="*/ 2344 w 3232"/>
                  <a:gd name="T9" fmla="*/ 2378 h 3487"/>
                  <a:gd name="T10" fmla="*/ 1363 w 3232"/>
                  <a:gd name="T11" fmla="*/ 2621 h 3487"/>
                  <a:gd name="T12" fmla="*/ 2609 w 3232"/>
                  <a:gd name="T13" fmla="*/ 2175 h 3487"/>
                  <a:gd name="T14" fmla="*/ 2613 w 3232"/>
                  <a:gd name="T15" fmla="*/ 2764 h 3487"/>
                  <a:gd name="T16" fmla="*/ 2914 w 3232"/>
                  <a:gd name="T17" fmla="*/ 2580 h 3487"/>
                  <a:gd name="T18" fmla="*/ 3081 w 3232"/>
                  <a:gd name="T19" fmla="*/ 2314 h 3487"/>
                  <a:gd name="T20" fmla="*/ 349 w 3232"/>
                  <a:gd name="T21" fmla="*/ 1934 h 3487"/>
                  <a:gd name="T22" fmla="*/ 288 w 3232"/>
                  <a:gd name="T23" fmla="*/ 2375 h 3487"/>
                  <a:gd name="T24" fmla="*/ 287 w 3232"/>
                  <a:gd name="T25" fmla="*/ 2576 h 3487"/>
                  <a:gd name="T26" fmla="*/ 759 w 3232"/>
                  <a:gd name="T27" fmla="*/ 2772 h 3487"/>
                  <a:gd name="T28" fmla="*/ 688 w 3232"/>
                  <a:gd name="T29" fmla="*/ 2175 h 3487"/>
                  <a:gd name="T30" fmla="*/ 2554 w 3232"/>
                  <a:gd name="T31" fmla="*/ 1936 h 3487"/>
                  <a:gd name="T32" fmla="*/ 749 w 3232"/>
                  <a:gd name="T33" fmla="*/ 1459 h 3487"/>
                  <a:gd name="T34" fmla="*/ 739 w 3232"/>
                  <a:gd name="T35" fmla="*/ 1841 h 3487"/>
                  <a:gd name="T36" fmla="*/ 1084 w 3232"/>
                  <a:gd name="T37" fmla="*/ 1199 h 3487"/>
                  <a:gd name="T38" fmla="*/ 916 w 3232"/>
                  <a:gd name="T39" fmla="*/ 2166 h 3487"/>
                  <a:gd name="T40" fmla="*/ 1840 w 3232"/>
                  <a:gd name="T41" fmla="*/ 2502 h 3487"/>
                  <a:gd name="T42" fmla="*/ 2411 w 3232"/>
                  <a:gd name="T43" fmla="*/ 1744 h 3487"/>
                  <a:gd name="T44" fmla="*/ 1776 w 3232"/>
                  <a:gd name="T45" fmla="*/ 954 h 3487"/>
                  <a:gd name="T46" fmla="*/ 2187 w 3232"/>
                  <a:gd name="T47" fmla="*/ 1006 h 3487"/>
                  <a:gd name="T48" fmla="*/ 976 w 3232"/>
                  <a:gd name="T49" fmla="*/ 1009 h 3487"/>
                  <a:gd name="T50" fmla="*/ 1157 w 3232"/>
                  <a:gd name="T51" fmla="*/ 749 h 3487"/>
                  <a:gd name="T52" fmla="*/ 2522 w 3232"/>
                  <a:gd name="T53" fmla="*/ 1241 h 3487"/>
                  <a:gd name="T54" fmla="*/ 3054 w 3232"/>
                  <a:gd name="T55" fmla="*/ 1325 h 3487"/>
                  <a:gd name="T56" fmla="*/ 2981 w 3232"/>
                  <a:gd name="T57" fmla="*/ 877 h 3487"/>
                  <a:gd name="T58" fmla="*/ 2470 w 3232"/>
                  <a:gd name="T59" fmla="*/ 714 h 3487"/>
                  <a:gd name="T60" fmla="*/ 349 w 3232"/>
                  <a:gd name="T61" fmla="*/ 846 h 3487"/>
                  <a:gd name="T62" fmla="*/ 229 w 3232"/>
                  <a:gd name="T63" fmla="*/ 1270 h 3487"/>
                  <a:gd name="T64" fmla="*/ 687 w 3232"/>
                  <a:gd name="T65" fmla="*/ 1313 h 3487"/>
                  <a:gd name="T66" fmla="*/ 1649 w 3232"/>
                  <a:gd name="T67" fmla="*/ 149 h 3487"/>
                  <a:gd name="T68" fmla="*/ 1336 w 3232"/>
                  <a:gd name="T69" fmla="*/ 362 h 3487"/>
                  <a:gd name="T70" fmla="*/ 1229 w 3232"/>
                  <a:gd name="T71" fmla="*/ 611 h 3487"/>
                  <a:gd name="T72" fmla="*/ 2133 w 3232"/>
                  <a:gd name="T73" fmla="*/ 525 h 3487"/>
                  <a:gd name="T74" fmla="*/ 1699 w 3232"/>
                  <a:gd name="T75" fmla="*/ 152 h 3487"/>
                  <a:gd name="T76" fmla="*/ 2076 w 3232"/>
                  <a:gd name="T77" fmla="*/ 199 h 3487"/>
                  <a:gd name="T78" fmla="*/ 2617 w 3232"/>
                  <a:gd name="T79" fmla="*/ 573 h 3487"/>
                  <a:gd name="T80" fmla="*/ 3133 w 3232"/>
                  <a:gd name="T81" fmla="*/ 827 h 3487"/>
                  <a:gd name="T82" fmla="*/ 3195 w 3232"/>
                  <a:gd name="T83" fmla="*/ 1375 h 3487"/>
                  <a:gd name="T84" fmla="*/ 3121 w 3232"/>
                  <a:gd name="T85" fmla="*/ 1933 h 3487"/>
                  <a:gd name="T86" fmla="*/ 3206 w 3232"/>
                  <a:gd name="T87" fmla="*/ 2517 h 3487"/>
                  <a:gd name="T88" fmla="*/ 3067 w 3232"/>
                  <a:gd name="T89" fmla="*/ 2811 h 3487"/>
                  <a:gd name="T90" fmla="*/ 2750 w 3232"/>
                  <a:gd name="T91" fmla="*/ 2891 h 3487"/>
                  <a:gd name="T92" fmla="*/ 2168 w 3232"/>
                  <a:gd name="T93" fmla="*/ 3183 h 3487"/>
                  <a:gd name="T94" fmla="*/ 1649 w 3232"/>
                  <a:gd name="T95" fmla="*/ 3487 h 3487"/>
                  <a:gd name="T96" fmla="*/ 1129 w 3232"/>
                  <a:gd name="T97" fmla="*/ 3183 h 3487"/>
                  <a:gd name="T98" fmla="*/ 546 w 3232"/>
                  <a:gd name="T99" fmla="*/ 2891 h 3487"/>
                  <a:gd name="T100" fmla="*/ 124 w 3232"/>
                  <a:gd name="T101" fmla="*/ 2593 h 3487"/>
                  <a:gd name="T102" fmla="*/ 8 w 3232"/>
                  <a:gd name="T103" fmla="*/ 2381 h 3487"/>
                  <a:gd name="T104" fmla="*/ 200 w 3232"/>
                  <a:gd name="T105" fmla="*/ 1888 h 3487"/>
                  <a:gd name="T106" fmla="*/ 85 w 3232"/>
                  <a:gd name="T107" fmla="*/ 1312 h 3487"/>
                  <a:gd name="T108" fmla="*/ 196 w 3232"/>
                  <a:gd name="T109" fmla="*/ 787 h 3487"/>
                  <a:gd name="T110" fmla="*/ 751 w 3232"/>
                  <a:gd name="T111" fmla="*/ 566 h 3487"/>
                  <a:gd name="T112" fmla="*/ 1044 w 3232"/>
                  <a:gd name="T113" fmla="*/ 302 h 3487"/>
                  <a:gd name="T114" fmla="*/ 1278 w 3232"/>
                  <a:gd name="T115" fmla="*/ 149 h 3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231" h="3487">
                    <a:moveTo>
                      <a:pt x="1648" y="2748"/>
                    </a:moveTo>
                    <a:lnTo>
                      <a:pt x="1542" y="2786"/>
                    </a:lnTo>
                    <a:lnTo>
                      <a:pt x="1437" y="2821"/>
                    </a:lnTo>
                    <a:lnTo>
                      <a:pt x="1332" y="2851"/>
                    </a:lnTo>
                    <a:lnTo>
                      <a:pt x="1229" y="2875"/>
                    </a:lnTo>
                    <a:lnTo>
                      <a:pt x="1127" y="2895"/>
                    </a:lnTo>
                    <a:lnTo>
                      <a:pt x="1163" y="2961"/>
                    </a:lnTo>
                    <a:lnTo>
                      <a:pt x="1201" y="3022"/>
                    </a:lnTo>
                    <a:lnTo>
                      <a:pt x="1239" y="3079"/>
                    </a:lnTo>
                    <a:lnTo>
                      <a:pt x="1280" y="3131"/>
                    </a:lnTo>
                    <a:lnTo>
                      <a:pt x="1321" y="3177"/>
                    </a:lnTo>
                    <a:lnTo>
                      <a:pt x="1365" y="3219"/>
                    </a:lnTo>
                    <a:lnTo>
                      <a:pt x="1409" y="3253"/>
                    </a:lnTo>
                    <a:lnTo>
                      <a:pt x="1456" y="3283"/>
                    </a:lnTo>
                    <a:lnTo>
                      <a:pt x="1503" y="3307"/>
                    </a:lnTo>
                    <a:lnTo>
                      <a:pt x="1550" y="3324"/>
                    </a:lnTo>
                    <a:lnTo>
                      <a:pt x="1599" y="3335"/>
                    </a:lnTo>
                    <a:lnTo>
                      <a:pt x="1649" y="3338"/>
                    </a:lnTo>
                    <a:lnTo>
                      <a:pt x="1699" y="3335"/>
                    </a:lnTo>
                    <a:lnTo>
                      <a:pt x="1746" y="3324"/>
                    </a:lnTo>
                    <a:lnTo>
                      <a:pt x="1795" y="3307"/>
                    </a:lnTo>
                    <a:lnTo>
                      <a:pt x="1842" y="3283"/>
                    </a:lnTo>
                    <a:lnTo>
                      <a:pt x="1887" y="3253"/>
                    </a:lnTo>
                    <a:lnTo>
                      <a:pt x="1932" y="3219"/>
                    </a:lnTo>
                    <a:lnTo>
                      <a:pt x="1975" y="3177"/>
                    </a:lnTo>
                    <a:lnTo>
                      <a:pt x="2018" y="3131"/>
                    </a:lnTo>
                    <a:lnTo>
                      <a:pt x="2058" y="3079"/>
                    </a:lnTo>
                    <a:lnTo>
                      <a:pt x="2096" y="3022"/>
                    </a:lnTo>
                    <a:lnTo>
                      <a:pt x="2133" y="2961"/>
                    </a:lnTo>
                    <a:lnTo>
                      <a:pt x="2169" y="2895"/>
                    </a:lnTo>
                    <a:lnTo>
                      <a:pt x="2067" y="2875"/>
                    </a:lnTo>
                    <a:lnTo>
                      <a:pt x="1965" y="2851"/>
                    </a:lnTo>
                    <a:lnTo>
                      <a:pt x="1860" y="2821"/>
                    </a:lnTo>
                    <a:lnTo>
                      <a:pt x="1754" y="2787"/>
                    </a:lnTo>
                    <a:lnTo>
                      <a:pt x="1648" y="2748"/>
                    </a:lnTo>
                    <a:close/>
                    <a:moveTo>
                      <a:pt x="2344" y="2378"/>
                    </a:moveTo>
                    <a:lnTo>
                      <a:pt x="2267" y="2430"/>
                    </a:lnTo>
                    <a:lnTo>
                      <a:pt x="2186" y="2481"/>
                    </a:lnTo>
                    <a:lnTo>
                      <a:pt x="2104" y="2531"/>
                    </a:lnTo>
                    <a:lnTo>
                      <a:pt x="2020" y="2577"/>
                    </a:lnTo>
                    <a:lnTo>
                      <a:pt x="1934" y="2621"/>
                    </a:lnTo>
                    <a:lnTo>
                      <a:pt x="1849" y="2662"/>
                    </a:lnTo>
                    <a:lnTo>
                      <a:pt x="1948" y="2691"/>
                    </a:lnTo>
                    <a:lnTo>
                      <a:pt x="2044" y="2718"/>
                    </a:lnTo>
                    <a:lnTo>
                      <a:pt x="2139" y="2738"/>
                    </a:lnTo>
                    <a:lnTo>
                      <a:pt x="2233" y="2754"/>
                    </a:lnTo>
                    <a:lnTo>
                      <a:pt x="2265" y="2666"/>
                    </a:lnTo>
                    <a:lnTo>
                      <a:pt x="2295" y="2574"/>
                    </a:lnTo>
                    <a:lnTo>
                      <a:pt x="2322" y="2477"/>
                    </a:lnTo>
                    <a:lnTo>
                      <a:pt x="2344" y="2378"/>
                    </a:lnTo>
                    <a:close/>
                    <a:moveTo>
                      <a:pt x="953" y="2378"/>
                    </a:moveTo>
                    <a:lnTo>
                      <a:pt x="976" y="2477"/>
                    </a:lnTo>
                    <a:lnTo>
                      <a:pt x="1001" y="2574"/>
                    </a:lnTo>
                    <a:lnTo>
                      <a:pt x="1031" y="2666"/>
                    </a:lnTo>
                    <a:lnTo>
                      <a:pt x="1064" y="2754"/>
                    </a:lnTo>
                    <a:lnTo>
                      <a:pt x="1157" y="2738"/>
                    </a:lnTo>
                    <a:lnTo>
                      <a:pt x="1252" y="2718"/>
                    </a:lnTo>
                    <a:lnTo>
                      <a:pt x="1349" y="2691"/>
                    </a:lnTo>
                    <a:lnTo>
                      <a:pt x="1447" y="2662"/>
                    </a:lnTo>
                    <a:lnTo>
                      <a:pt x="1363" y="2621"/>
                    </a:lnTo>
                    <a:lnTo>
                      <a:pt x="1277" y="2577"/>
                    </a:lnTo>
                    <a:lnTo>
                      <a:pt x="1192" y="2531"/>
                    </a:lnTo>
                    <a:lnTo>
                      <a:pt x="1110" y="2481"/>
                    </a:lnTo>
                    <a:lnTo>
                      <a:pt x="1030" y="2430"/>
                    </a:lnTo>
                    <a:lnTo>
                      <a:pt x="953" y="2378"/>
                    </a:lnTo>
                    <a:close/>
                    <a:moveTo>
                      <a:pt x="2908" y="1869"/>
                    </a:moveTo>
                    <a:lnTo>
                      <a:pt x="2841" y="1947"/>
                    </a:lnTo>
                    <a:lnTo>
                      <a:pt x="2769" y="2025"/>
                    </a:lnTo>
                    <a:lnTo>
                      <a:pt x="2691" y="2101"/>
                    </a:lnTo>
                    <a:lnTo>
                      <a:pt x="2609" y="2175"/>
                    </a:lnTo>
                    <a:lnTo>
                      <a:pt x="2522" y="2246"/>
                    </a:lnTo>
                    <a:lnTo>
                      <a:pt x="2503" y="2358"/>
                    </a:lnTo>
                    <a:lnTo>
                      <a:pt x="2480" y="2468"/>
                    </a:lnTo>
                    <a:lnTo>
                      <a:pt x="2453" y="2573"/>
                    </a:lnTo>
                    <a:lnTo>
                      <a:pt x="2422" y="2673"/>
                    </a:lnTo>
                    <a:lnTo>
                      <a:pt x="2388" y="2770"/>
                    </a:lnTo>
                    <a:lnTo>
                      <a:pt x="2430" y="2772"/>
                    </a:lnTo>
                    <a:lnTo>
                      <a:pt x="2470" y="2773"/>
                    </a:lnTo>
                    <a:lnTo>
                      <a:pt x="2543" y="2771"/>
                    </a:lnTo>
                    <a:lnTo>
                      <a:pt x="2613" y="2764"/>
                    </a:lnTo>
                    <a:lnTo>
                      <a:pt x="2678" y="2755"/>
                    </a:lnTo>
                    <a:lnTo>
                      <a:pt x="2738" y="2740"/>
                    </a:lnTo>
                    <a:lnTo>
                      <a:pt x="2794" y="2722"/>
                    </a:lnTo>
                    <a:lnTo>
                      <a:pt x="2798" y="2693"/>
                    </a:lnTo>
                    <a:lnTo>
                      <a:pt x="2807" y="2666"/>
                    </a:lnTo>
                    <a:lnTo>
                      <a:pt x="2822" y="2642"/>
                    </a:lnTo>
                    <a:lnTo>
                      <a:pt x="2840" y="2621"/>
                    </a:lnTo>
                    <a:lnTo>
                      <a:pt x="2861" y="2603"/>
                    </a:lnTo>
                    <a:lnTo>
                      <a:pt x="2886" y="2589"/>
                    </a:lnTo>
                    <a:lnTo>
                      <a:pt x="2914" y="2580"/>
                    </a:lnTo>
                    <a:lnTo>
                      <a:pt x="2944" y="2578"/>
                    </a:lnTo>
                    <a:lnTo>
                      <a:pt x="2972" y="2581"/>
                    </a:lnTo>
                    <a:lnTo>
                      <a:pt x="2999" y="2589"/>
                    </a:lnTo>
                    <a:lnTo>
                      <a:pt x="3017" y="2566"/>
                    </a:lnTo>
                    <a:lnTo>
                      <a:pt x="3033" y="2540"/>
                    </a:lnTo>
                    <a:lnTo>
                      <a:pt x="3053" y="2500"/>
                    </a:lnTo>
                    <a:lnTo>
                      <a:pt x="3068" y="2457"/>
                    </a:lnTo>
                    <a:lnTo>
                      <a:pt x="3077" y="2411"/>
                    </a:lnTo>
                    <a:lnTo>
                      <a:pt x="3082" y="2363"/>
                    </a:lnTo>
                    <a:lnTo>
                      <a:pt x="3081" y="2314"/>
                    </a:lnTo>
                    <a:lnTo>
                      <a:pt x="3076" y="2262"/>
                    </a:lnTo>
                    <a:lnTo>
                      <a:pt x="3066" y="2209"/>
                    </a:lnTo>
                    <a:lnTo>
                      <a:pt x="3050" y="2156"/>
                    </a:lnTo>
                    <a:lnTo>
                      <a:pt x="3031" y="2100"/>
                    </a:lnTo>
                    <a:lnTo>
                      <a:pt x="3006" y="2044"/>
                    </a:lnTo>
                    <a:lnTo>
                      <a:pt x="2978" y="1987"/>
                    </a:lnTo>
                    <a:lnTo>
                      <a:pt x="2945" y="1928"/>
                    </a:lnTo>
                    <a:lnTo>
                      <a:pt x="2908" y="1869"/>
                    </a:lnTo>
                    <a:close/>
                    <a:moveTo>
                      <a:pt x="389" y="1869"/>
                    </a:moveTo>
                    <a:lnTo>
                      <a:pt x="349" y="1934"/>
                    </a:lnTo>
                    <a:lnTo>
                      <a:pt x="313" y="1998"/>
                    </a:lnTo>
                    <a:lnTo>
                      <a:pt x="283" y="2061"/>
                    </a:lnTo>
                    <a:lnTo>
                      <a:pt x="259" y="2123"/>
                    </a:lnTo>
                    <a:lnTo>
                      <a:pt x="239" y="2183"/>
                    </a:lnTo>
                    <a:lnTo>
                      <a:pt x="226" y="2242"/>
                    </a:lnTo>
                    <a:lnTo>
                      <a:pt x="218" y="2299"/>
                    </a:lnTo>
                    <a:lnTo>
                      <a:pt x="239" y="2313"/>
                    </a:lnTo>
                    <a:lnTo>
                      <a:pt x="260" y="2331"/>
                    </a:lnTo>
                    <a:lnTo>
                      <a:pt x="276" y="2352"/>
                    </a:lnTo>
                    <a:lnTo>
                      <a:pt x="288" y="2375"/>
                    </a:lnTo>
                    <a:lnTo>
                      <a:pt x="296" y="2402"/>
                    </a:lnTo>
                    <a:lnTo>
                      <a:pt x="298" y="2429"/>
                    </a:lnTo>
                    <a:lnTo>
                      <a:pt x="296" y="2457"/>
                    </a:lnTo>
                    <a:lnTo>
                      <a:pt x="287" y="2483"/>
                    </a:lnTo>
                    <a:lnTo>
                      <a:pt x="274" y="2507"/>
                    </a:lnTo>
                    <a:lnTo>
                      <a:pt x="257" y="2529"/>
                    </a:lnTo>
                    <a:lnTo>
                      <a:pt x="260" y="2533"/>
                    </a:lnTo>
                    <a:lnTo>
                      <a:pt x="262" y="2537"/>
                    </a:lnTo>
                    <a:lnTo>
                      <a:pt x="264" y="2540"/>
                    </a:lnTo>
                    <a:lnTo>
                      <a:pt x="287" y="2576"/>
                    </a:lnTo>
                    <a:lnTo>
                      <a:pt x="316" y="2610"/>
                    </a:lnTo>
                    <a:lnTo>
                      <a:pt x="349" y="2640"/>
                    </a:lnTo>
                    <a:lnTo>
                      <a:pt x="387" y="2667"/>
                    </a:lnTo>
                    <a:lnTo>
                      <a:pt x="428" y="2691"/>
                    </a:lnTo>
                    <a:lnTo>
                      <a:pt x="474" y="2712"/>
                    </a:lnTo>
                    <a:lnTo>
                      <a:pt x="523" y="2731"/>
                    </a:lnTo>
                    <a:lnTo>
                      <a:pt x="576" y="2746"/>
                    </a:lnTo>
                    <a:lnTo>
                      <a:pt x="634" y="2758"/>
                    </a:lnTo>
                    <a:lnTo>
                      <a:pt x="695" y="2766"/>
                    </a:lnTo>
                    <a:lnTo>
                      <a:pt x="759" y="2772"/>
                    </a:lnTo>
                    <a:lnTo>
                      <a:pt x="827" y="2773"/>
                    </a:lnTo>
                    <a:lnTo>
                      <a:pt x="853" y="2773"/>
                    </a:lnTo>
                    <a:lnTo>
                      <a:pt x="881" y="2771"/>
                    </a:lnTo>
                    <a:lnTo>
                      <a:pt x="908" y="2768"/>
                    </a:lnTo>
                    <a:lnTo>
                      <a:pt x="874" y="2673"/>
                    </a:lnTo>
                    <a:lnTo>
                      <a:pt x="843" y="2573"/>
                    </a:lnTo>
                    <a:lnTo>
                      <a:pt x="817" y="2467"/>
                    </a:lnTo>
                    <a:lnTo>
                      <a:pt x="794" y="2358"/>
                    </a:lnTo>
                    <a:lnTo>
                      <a:pt x="775" y="2246"/>
                    </a:lnTo>
                    <a:lnTo>
                      <a:pt x="688" y="2175"/>
                    </a:lnTo>
                    <a:lnTo>
                      <a:pt x="606" y="2101"/>
                    </a:lnTo>
                    <a:lnTo>
                      <a:pt x="529" y="2025"/>
                    </a:lnTo>
                    <a:lnTo>
                      <a:pt x="456" y="1947"/>
                    </a:lnTo>
                    <a:lnTo>
                      <a:pt x="389" y="1869"/>
                    </a:lnTo>
                    <a:close/>
                    <a:moveTo>
                      <a:pt x="2547" y="1459"/>
                    </a:moveTo>
                    <a:lnTo>
                      <a:pt x="2554" y="1552"/>
                    </a:lnTo>
                    <a:lnTo>
                      <a:pt x="2558" y="1647"/>
                    </a:lnTo>
                    <a:lnTo>
                      <a:pt x="2559" y="1744"/>
                    </a:lnTo>
                    <a:lnTo>
                      <a:pt x="2558" y="1841"/>
                    </a:lnTo>
                    <a:lnTo>
                      <a:pt x="2554" y="1936"/>
                    </a:lnTo>
                    <a:lnTo>
                      <a:pt x="2547" y="2030"/>
                    </a:lnTo>
                    <a:lnTo>
                      <a:pt x="2622" y="1960"/>
                    </a:lnTo>
                    <a:lnTo>
                      <a:pt x="2691" y="1889"/>
                    </a:lnTo>
                    <a:lnTo>
                      <a:pt x="2757" y="1817"/>
                    </a:lnTo>
                    <a:lnTo>
                      <a:pt x="2818" y="1744"/>
                    </a:lnTo>
                    <a:lnTo>
                      <a:pt x="2758" y="1672"/>
                    </a:lnTo>
                    <a:lnTo>
                      <a:pt x="2693" y="1601"/>
                    </a:lnTo>
                    <a:lnTo>
                      <a:pt x="2623" y="1530"/>
                    </a:lnTo>
                    <a:lnTo>
                      <a:pt x="2547" y="1459"/>
                    </a:lnTo>
                    <a:close/>
                    <a:moveTo>
                      <a:pt x="749" y="1459"/>
                    </a:moveTo>
                    <a:lnTo>
                      <a:pt x="674" y="1530"/>
                    </a:lnTo>
                    <a:lnTo>
                      <a:pt x="604" y="1601"/>
                    </a:lnTo>
                    <a:lnTo>
                      <a:pt x="538" y="1673"/>
                    </a:lnTo>
                    <a:lnTo>
                      <a:pt x="479" y="1745"/>
                    </a:lnTo>
                    <a:lnTo>
                      <a:pt x="539" y="1817"/>
                    </a:lnTo>
                    <a:lnTo>
                      <a:pt x="605" y="1889"/>
                    </a:lnTo>
                    <a:lnTo>
                      <a:pt x="675" y="1960"/>
                    </a:lnTo>
                    <a:lnTo>
                      <a:pt x="749" y="2030"/>
                    </a:lnTo>
                    <a:lnTo>
                      <a:pt x="743" y="1937"/>
                    </a:lnTo>
                    <a:lnTo>
                      <a:pt x="739" y="1841"/>
                    </a:lnTo>
                    <a:lnTo>
                      <a:pt x="738" y="1744"/>
                    </a:lnTo>
                    <a:lnTo>
                      <a:pt x="739" y="1647"/>
                    </a:lnTo>
                    <a:lnTo>
                      <a:pt x="743" y="1552"/>
                    </a:lnTo>
                    <a:lnTo>
                      <a:pt x="749" y="1459"/>
                    </a:lnTo>
                    <a:close/>
                    <a:moveTo>
                      <a:pt x="1648" y="899"/>
                    </a:moveTo>
                    <a:lnTo>
                      <a:pt x="1521" y="954"/>
                    </a:lnTo>
                    <a:lnTo>
                      <a:pt x="1393" y="1017"/>
                    </a:lnTo>
                    <a:lnTo>
                      <a:pt x="1267" y="1085"/>
                    </a:lnTo>
                    <a:lnTo>
                      <a:pt x="1174" y="1141"/>
                    </a:lnTo>
                    <a:lnTo>
                      <a:pt x="1084" y="1199"/>
                    </a:lnTo>
                    <a:lnTo>
                      <a:pt x="998" y="1260"/>
                    </a:lnTo>
                    <a:lnTo>
                      <a:pt x="916" y="1321"/>
                    </a:lnTo>
                    <a:lnTo>
                      <a:pt x="903" y="1424"/>
                    </a:lnTo>
                    <a:lnTo>
                      <a:pt x="893" y="1529"/>
                    </a:lnTo>
                    <a:lnTo>
                      <a:pt x="888" y="1635"/>
                    </a:lnTo>
                    <a:lnTo>
                      <a:pt x="886" y="1744"/>
                    </a:lnTo>
                    <a:lnTo>
                      <a:pt x="888" y="1852"/>
                    </a:lnTo>
                    <a:lnTo>
                      <a:pt x="893" y="1959"/>
                    </a:lnTo>
                    <a:lnTo>
                      <a:pt x="903" y="2064"/>
                    </a:lnTo>
                    <a:lnTo>
                      <a:pt x="916" y="2166"/>
                    </a:lnTo>
                    <a:lnTo>
                      <a:pt x="999" y="2229"/>
                    </a:lnTo>
                    <a:lnTo>
                      <a:pt x="1085" y="2289"/>
                    </a:lnTo>
                    <a:lnTo>
                      <a:pt x="1175" y="2346"/>
                    </a:lnTo>
                    <a:lnTo>
                      <a:pt x="1267" y="2402"/>
                    </a:lnTo>
                    <a:lnTo>
                      <a:pt x="1362" y="2454"/>
                    </a:lnTo>
                    <a:lnTo>
                      <a:pt x="1457" y="2502"/>
                    </a:lnTo>
                    <a:lnTo>
                      <a:pt x="1552" y="2547"/>
                    </a:lnTo>
                    <a:lnTo>
                      <a:pt x="1648" y="2588"/>
                    </a:lnTo>
                    <a:lnTo>
                      <a:pt x="1744" y="2547"/>
                    </a:lnTo>
                    <a:lnTo>
                      <a:pt x="1840" y="2502"/>
                    </a:lnTo>
                    <a:lnTo>
                      <a:pt x="1935" y="2454"/>
                    </a:lnTo>
                    <a:lnTo>
                      <a:pt x="2029" y="2402"/>
                    </a:lnTo>
                    <a:lnTo>
                      <a:pt x="2122" y="2346"/>
                    </a:lnTo>
                    <a:lnTo>
                      <a:pt x="2211" y="2288"/>
                    </a:lnTo>
                    <a:lnTo>
                      <a:pt x="2297" y="2229"/>
                    </a:lnTo>
                    <a:lnTo>
                      <a:pt x="2381" y="2166"/>
                    </a:lnTo>
                    <a:lnTo>
                      <a:pt x="2394" y="2064"/>
                    </a:lnTo>
                    <a:lnTo>
                      <a:pt x="2403" y="1959"/>
                    </a:lnTo>
                    <a:lnTo>
                      <a:pt x="2409" y="1852"/>
                    </a:lnTo>
                    <a:lnTo>
                      <a:pt x="2411" y="1744"/>
                    </a:lnTo>
                    <a:lnTo>
                      <a:pt x="2409" y="1635"/>
                    </a:lnTo>
                    <a:lnTo>
                      <a:pt x="2403" y="1528"/>
                    </a:lnTo>
                    <a:lnTo>
                      <a:pt x="2394" y="1423"/>
                    </a:lnTo>
                    <a:lnTo>
                      <a:pt x="2381" y="1321"/>
                    </a:lnTo>
                    <a:lnTo>
                      <a:pt x="2298" y="1260"/>
                    </a:lnTo>
                    <a:lnTo>
                      <a:pt x="2213" y="1199"/>
                    </a:lnTo>
                    <a:lnTo>
                      <a:pt x="2122" y="1141"/>
                    </a:lnTo>
                    <a:lnTo>
                      <a:pt x="2029" y="1085"/>
                    </a:lnTo>
                    <a:lnTo>
                      <a:pt x="1903" y="1017"/>
                    </a:lnTo>
                    <a:lnTo>
                      <a:pt x="1776" y="954"/>
                    </a:lnTo>
                    <a:lnTo>
                      <a:pt x="1648" y="899"/>
                    </a:lnTo>
                    <a:close/>
                    <a:moveTo>
                      <a:pt x="2233" y="733"/>
                    </a:moveTo>
                    <a:lnTo>
                      <a:pt x="2139" y="749"/>
                    </a:lnTo>
                    <a:lnTo>
                      <a:pt x="2044" y="769"/>
                    </a:lnTo>
                    <a:lnTo>
                      <a:pt x="1948" y="795"/>
                    </a:lnTo>
                    <a:lnTo>
                      <a:pt x="1849" y="824"/>
                    </a:lnTo>
                    <a:lnTo>
                      <a:pt x="1934" y="865"/>
                    </a:lnTo>
                    <a:lnTo>
                      <a:pt x="2020" y="910"/>
                    </a:lnTo>
                    <a:lnTo>
                      <a:pt x="2104" y="956"/>
                    </a:lnTo>
                    <a:lnTo>
                      <a:pt x="2187" y="1006"/>
                    </a:lnTo>
                    <a:lnTo>
                      <a:pt x="2267" y="1057"/>
                    </a:lnTo>
                    <a:lnTo>
                      <a:pt x="2344" y="1110"/>
                    </a:lnTo>
                    <a:lnTo>
                      <a:pt x="2322" y="1009"/>
                    </a:lnTo>
                    <a:lnTo>
                      <a:pt x="2295" y="913"/>
                    </a:lnTo>
                    <a:lnTo>
                      <a:pt x="2265" y="821"/>
                    </a:lnTo>
                    <a:lnTo>
                      <a:pt x="2233" y="733"/>
                    </a:lnTo>
                    <a:close/>
                    <a:moveTo>
                      <a:pt x="1064" y="733"/>
                    </a:moveTo>
                    <a:lnTo>
                      <a:pt x="1031" y="821"/>
                    </a:lnTo>
                    <a:lnTo>
                      <a:pt x="1001" y="913"/>
                    </a:lnTo>
                    <a:lnTo>
                      <a:pt x="976" y="1009"/>
                    </a:lnTo>
                    <a:lnTo>
                      <a:pt x="953" y="1110"/>
                    </a:lnTo>
                    <a:lnTo>
                      <a:pt x="1030" y="1057"/>
                    </a:lnTo>
                    <a:lnTo>
                      <a:pt x="1109" y="1006"/>
                    </a:lnTo>
                    <a:lnTo>
                      <a:pt x="1192" y="956"/>
                    </a:lnTo>
                    <a:lnTo>
                      <a:pt x="1277" y="910"/>
                    </a:lnTo>
                    <a:lnTo>
                      <a:pt x="1363" y="866"/>
                    </a:lnTo>
                    <a:lnTo>
                      <a:pt x="1447" y="825"/>
                    </a:lnTo>
                    <a:lnTo>
                      <a:pt x="1349" y="795"/>
                    </a:lnTo>
                    <a:lnTo>
                      <a:pt x="1252" y="769"/>
                    </a:lnTo>
                    <a:lnTo>
                      <a:pt x="1157" y="749"/>
                    </a:lnTo>
                    <a:lnTo>
                      <a:pt x="1064" y="733"/>
                    </a:lnTo>
                    <a:close/>
                    <a:moveTo>
                      <a:pt x="2470" y="714"/>
                    </a:moveTo>
                    <a:lnTo>
                      <a:pt x="2444" y="714"/>
                    </a:lnTo>
                    <a:lnTo>
                      <a:pt x="2416" y="716"/>
                    </a:lnTo>
                    <a:lnTo>
                      <a:pt x="2388" y="717"/>
                    </a:lnTo>
                    <a:lnTo>
                      <a:pt x="2422" y="814"/>
                    </a:lnTo>
                    <a:lnTo>
                      <a:pt x="2453" y="914"/>
                    </a:lnTo>
                    <a:lnTo>
                      <a:pt x="2480" y="1019"/>
                    </a:lnTo>
                    <a:lnTo>
                      <a:pt x="2503" y="1127"/>
                    </a:lnTo>
                    <a:lnTo>
                      <a:pt x="2522" y="1241"/>
                    </a:lnTo>
                    <a:lnTo>
                      <a:pt x="2610" y="1313"/>
                    </a:lnTo>
                    <a:lnTo>
                      <a:pt x="2694" y="1387"/>
                    </a:lnTo>
                    <a:lnTo>
                      <a:pt x="2771" y="1463"/>
                    </a:lnTo>
                    <a:lnTo>
                      <a:pt x="2843" y="1541"/>
                    </a:lnTo>
                    <a:lnTo>
                      <a:pt x="2910" y="1618"/>
                    </a:lnTo>
                    <a:lnTo>
                      <a:pt x="2948" y="1556"/>
                    </a:lnTo>
                    <a:lnTo>
                      <a:pt x="2982" y="1496"/>
                    </a:lnTo>
                    <a:lnTo>
                      <a:pt x="3010" y="1438"/>
                    </a:lnTo>
                    <a:lnTo>
                      <a:pt x="3034" y="1380"/>
                    </a:lnTo>
                    <a:lnTo>
                      <a:pt x="3054" y="1325"/>
                    </a:lnTo>
                    <a:lnTo>
                      <a:pt x="3068" y="1270"/>
                    </a:lnTo>
                    <a:lnTo>
                      <a:pt x="3077" y="1218"/>
                    </a:lnTo>
                    <a:lnTo>
                      <a:pt x="3082" y="1168"/>
                    </a:lnTo>
                    <a:lnTo>
                      <a:pt x="3082" y="1119"/>
                    </a:lnTo>
                    <a:lnTo>
                      <a:pt x="3077" y="1073"/>
                    </a:lnTo>
                    <a:lnTo>
                      <a:pt x="3068" y="1028"/>
                    </a:lnTo>
                    <a:lnTo>
                      <a:pt x="3053" y="986"/>
                    </a:lnTo>
                    <a:lnTo>
                      <a:pt x="3033" y="947"/>
                    </a:lnTo>
                    <a:lnTo>
                      <a:pt x="3009" y="910"/>
                    </a:lnTo>
                    <a:lnTo>
                      <a:pt x="2981" y="877"/>
                    </a:lnTo>
                    <a:lnTo>
                      <a:pt x="2948" y="846"/>
                    </a:lnTo>
                    <a:lnTo>
                      <a:pt x="2910" y="819"/>
                    </a:lnTo>
                    <a:lnTo>
                      <a:pt x="2868" y="795"/>
                    </a:lnTo>
                    <a:lnTo>
                      <a:pt x="2823" y="773"/>
                    </a:lnTo>
                    <a:lnTo>
                      <a:pt x="2773" y="756"/>
                    </a:lnTo>
                    <a:lnTo>
                      <a:pt x="2720" y="741"/>
                    </a:lnTo>
                    <a:lnTo>
                      <a:pt x="2663" y="729"/>
                    </a:lnTo>
                    <a:lnTo>
                      <a:pt x="2601" y="721"/>
                    </a:lnTo>
                    <a:lnTo>
                      <a:pt x="2538" y="715"/>
                    </a:lnTo>
                    <a:lnTo>
                      <a:pt x="2470" y="714"/>
                    </a:lnTo>
                    <a:close/>
                    <a:moveTo>
                      <a:pt x="827" y="714"/>
                    </a:moveTo>
                    <a:lnTo>
                      <a:pt x="759" y="715"/>
                    </a:lnTo>
                    <a:lnTo>
                      <a:pt x="695" y="721"/>
                    </a:lnTo>
                    <a:lnTo>
                      <a:pt x="634" y="729"/>
                    </a:lnTo>
                    <a:lnTo>
                      <a:pt x="576" y="741"/>
                    </a:lnTo>
                    <a:lnTo>
                      <a:pt x="523" y="756"/>
                    </a:lnTo>
                    <a:lnTo>
                      <a:pt x="474" y="773"/>
                    </a:lnTo>
                    <a:lnTo>
                      <a:pt x="428" y="795"/>
                    </a:lnTo>
                    <a:lnTo>
                      <a:pt x="387" y="820"/>
                    </a:lnTo>
                    <a:lnTo>
                      <a:pt x="349" y="846"/>
                    </a:lnTo>
                    <a:lnTo>
                      <a:pt x="316" y="877"/>
                    </a:lnTo>
                    <a:lnTo>
                      <a:pt x="287" y="910"/>
                    </a:lnTo>
                    <a:lnTo>
                      <a:pt x="264" y="947"/>
                    </a:lnTo>
                    <a:lnTo>
                      <a:pt x="244" y="986"/>
                    </a:lnTo>
                    <a:lnTo>
                      <a:pt x="229" y="1028"/>
                    </a:lnTo>
                    <a:lnTo>
                      <a:pt x="219" y="1073"/>
                    </a:lnTo>
                    <a:lnTo>
                      <a:pt x="214" y="1119"/>
                    </a:lnTo>
                    <a:lnTo>
                      <a:pt x="214" y="1168"/>
                    </a:lnTo>
                    <a:lnTo>
                      <a:pt x="219" y="1218"/>
                    </a:lnTo>
                    <a:lnTo>
                      <a:pt x="229" y="1270"/>
                    </a:lnTo>
                    <a:lnTo>
                      <a:pt x="244" y="1325"/>
                    </a:lnTo>
                    <a:lnTo>
                      <a:pt x="263" y="1381"/>
                    </a:lnTo>
                    <a:lnTo>
                      <a:pt x="286" y="1438"/>
                    </a:lnTo>
                    <a:lnTo>
                      <a:pt x="315" y="1496"/>
                    </a:lnTo>
                    <a:lnTo>
                      <a:pt x="349" y="1556"/>
                    </a:lnTo>
                    <a:lnTo>
                      <a:pt x="387" y="1618"/>
                    </a:lnTo>
                    <a:lnTo>
                      <a:pt x="454" y="1541"/>
                    </a:lnTo>
                    <a:lnTo>
                      <a:pt x="526" y="1463"/>
                    </a:lnTo>
                    <a:lnTo>
                      <a:pt x="603" y="1388"/>
                    </a:lnTo>
                    <a:lnTo>
                      <a:pt x="687" y="1313"/>
                    </a:lnTo>
                    <a:lnTo>
                      <a:pt x="775" y="1241"/>
                    </a:lnTo>
                    <a:lnTo>
                      <a:pt x="794" y="1127"/>
                    </a:lnTo>
                    <a:lnTo>
                      <a:pt x="817" y="1019"/>
                    </a:lnTo>
                    <a:lnTo>
                      <a:pt x="843" y="914"/>
                    </a:lnTo>
                    <a:lnTo>
                      <a:pt x="874" y="814"/>
                    </a:lnTo>
                    <a:lnTo>
                      <a:pt x="908" y="717"/>
                    </a:lnTo>
                    <a:lnTo>
                      <a:pt x="881" y="716"/>
                    </a:lnTo>
                    <a:lnTo>
                      <a:pt x="853" y="714"/>
                    </a:lnTo>
                    <a:lnTo>
                      <a:pt x="827" y="714"/>
                    </a:lnTo>
                    <a:close/>
                    <a:moveTo>
                      <a:pt x="1649" y="149"/>
                    </a:moveTo>
                    <a:lnTo>
                      <a:pt x="1601" y="152"/>
                    </a:lnTo>
                    <a:lnTo>
                      <a:pt x="1553" y="163"/>
                    </a:lnTo>
                    <a:lnTo>
                      <a:pt x="1508" y="179"/>
                    </a:lnTo>
                    <a:lnTo>
                      <a:pt x="1462" y="201"/>
                    </a:lnTo>
                    <a:lnTo>
                      <a:pt x="1418" y="228"/>
                    </a:lnTo>
                    <a:lnTo>
                      <a:pt x="1374" y="261"/>
                    </a:lnTo>
                    <a:lnTo>
                      <a:pt x="1333" y="300"/>
                    </a:lnTo>
                    <a:lnTo>
                      <a:pt x="1337" y="316"/>
                    </a:lnTo>
                    <a:lnTo>
                      <a:pt x="1339" y="332"/>
                    </a:lnTo>
                    <a:lnTo>
                      <a:pt x="1336" y="362"/>
                    </a:lnTo>
                    <a:lnTo>
                      <a:pt x="1328" y="391"/>
                    </a:lnTo>
                    <a:lnTo>
                      <a:pt x="1314" y="416"/>
                    </a:lnTo>
                    <a:lnTo>
                      <a:pt x="1296" y="439"/>
                    </a:lnTo>
                    <a:lnTo>
                      <a:pt x="1274" y="456"/>
                    </a:lnTo>
                    <a:lnTo>
                      <a:pt x="1248" y="470"/>
                    </a:lnTo>
                    <a:lnTo>
                      <a:pt x="1220" y="479"/>
                    </a:lnTo>
                    <a:lnTo>
                      <a:pt x="1190" y="482"/>
                    </a:lnTo>
                    <a:lnTo>
                      <a:pt x="1158" y="535"/>
                    </a:lnTo>
                    <a:lnTo>
                      <a:pt x="1127" y="592"/>
                    </a:lnTo>
                    <a:lnTo>
                      <a:pt x="1229" y="611"/>
                    </a:lnTo>
                    <a:lnTo>
                      <a:pt x="1332" y="636"/>
                    </a:lnTo>
                    <a:lnTo>
                      <a:pt x="1437" y="665"/>
                    </a:lnTo>
                    <a:lnTo>
                      <a:pt x="1542" y="700"/>
                    </a:lnTo>
                    <a:lnTo>
                      <a:pt x="1648" y="739"/>
                    </a:lnTo>
                    <a:lnTo>
                      <a:pt x="1754" y="700"/>
                    </a:lnTo>
                    <a:lnTo>
                      <a:pt x="1860" y="665"/>
                    </a:lnTo>
                    <a:lnTo>
                      <a:pt x="1965" y="635"/>
                    </a:lnTo>
                    <a:lnTo>
                      <a:pt x="2067" y="611"/>
                    </a:lnTo>
                    <a:lnTo>
                      <a:pt x="2168" y="591"/>
                    </a:lnTo>
                    <a:lnTo>
                      <a:pt x="2133" y="525"/>
                    </a:lnTo>
                    <a:lnTo>
                      <a:pt x="2096" y="464"/>
                    </a:lnTo>
                    <a:lnTo>
                      <a:pt x="2058" y="408"/>
                    </a:lnTo>
                    <a:lnTo>
                      <a:pt x="2016" y="356"/>
                    </a:lnTo>
                    <a:lnTo>
                      <a:pt x="1975" y="310"/>
                    </a:lnTo>
                    <a:lnTo>
                      <a:pt x="1932" y="268"/>
                    </a:lnTo>
                    <a:lnTo>
                      <a:pt x="1887" y="232"/>
                    </a:lnTo>
                    <a:lnTo>
                      <a:pt x="1842" y="204"/>
                    </a:lnTo>
                    <a:lnTo>
                      <a:pt x="1795" y="180"/>
                    </a:lnTo>
                    <a:lnTo>
                      <a:pt x="1746" y="163"/>
                    </a:lnTo>
                    <a:lnTo>
                      <a:pt x="1699" y="152"/>
                    </a:lnTo>
                    <a:lnTo>
                      <a:pt x="1649" y="149"/>
                    </a:lnTo>
                    <a:close/>
                    <a:moveTo>
                      <a:pt x="1649" y="0"/>
                    </a:moveTo>
                    <a:lnTo>
                      <a:pt x="1706" y="3"/>
                    </a:lnTo>
                    <a:lnTo>
                      <a:pt x="1763" y="13"/>
                    </a:lnTo>
                    <a:lnTo>
                      <a:pt x="1818" y="30"/>
                    </a:lnTo>
                    <a:lnTo>
                      <a:pt x="1873" y="52"/>
                    </a:lnTo>
                    <a:lnTo>
                      <a:pt x="1926" y="80"/>
                    </a:lnTo>
                    <a:lnTo>
                      <a:pt x="1977" y="114"/>
                    </a:lnTo>
                    <a:lnTo>
                      <a:pt x="2028" y="154"/>
                    </a:lnTo>
                    <a:lnTo>
                      <a:pt x="2076" y="199"/>
                    </a:lnTo>
                    <a:lnTo>
                      <a:pt x="2122" y="249"/>
                    </a:lnTo>
                    <a:lnTo>
                      <a:pt x="2168" y="304"/>
                    </a:lnTo>
                    <a:lnTo>
                      <a:pt x="2210" y="365"/>
                    </a:lnTo>
                    <a:lnTo>
                      <a:pt x="2252" y="429"/>
                    </a:lnTo>
                    <a:lnTo>
                      <a:pt x="2290" y="498"/>
                    </a:lnTo>
                    <a:lnTo>
                      <a:pt x="2327" y="572"/>
                    </a:lnTo>
                    <a:lnTo>
                      <a:pt x="2400" y="566"/>
                    </a:lnTo>
                    <a:lnTo>
                      <a:pt x="2470" y="565"/>
                    </a:lnTo>
                    <a:lnTo>
                      <a:pt x="2545" y="566"/>
                    </a:lnTo>
                    <a:lnTo>
                      <a:pt x="2617" y="573"/>
                    </a:lnTo>
                    <a:lnTo>
                      <a:pt x="2686" y="582"/>
                    </a:lnTo>
                    <a:lnTo>
                      <a:pt x="2751" y="595"/>
                    </a:lnTo>
                    <a:lnTo>
                      <a:pt x="2812" y="612"/>
                    </a:lnTo>
                    <a:lnTo>
                      <a:pt x="2871" y="633"/>
                    </a:lnTo>
                    <a:lnTo>
                      <a:pt x="2925" y="656"/>
                    </a:lnTo>
                    <a:lnTo>
                      <a:pt x="2974" y="684"/>
                    </a:lnTo>
                    <a:lnTo>
                      <a:pt x="3021" y="715"/>
                    </a:lnTo>
                    <a:lnTo>
                      <a:pt x="3062" y="749"/>
                    </a:lnTo>
                    <a:lnTo>
                      <a:pt x="3100" y="787"/>
                    </a:lnTo>
                    <a:lnTo>
                      <a:pt x="3133" y="827"/>
                    </a:lnTo>
                    <a:lnTo>
                      <a:pt x="3163" y="872"/>
                    </a:lnTo>
                    <a:lnTo>
                      <a:pt x="3187" y="919"/>
                    </a:lnTo>
                    <a:lnTo>
                      <a:pt x="3206" y="970"/>
                    </a:lnTo>
                    <a:lnTo>
                      <a:pt x="3220" y="1022"/>
                    </a:lnTo>
                    <a:lnTo>
                      <a:pt x="3229" y="1077"/>
                    </a:lnTo>
                    <a:lnTo>
                      <a:pt x="3232" y="1133"/>
                    </a:lnTo>
                    <a:lnTo>
                      <a:pt x="3231" y="1191"/>
                    </a:lnTo>
                    <a:lnTo>
                      <a:pt x="3223" y="1251"/>
                    </a:lnTo>
                    <a:lnTo>
                      <a:pt x="3212" y="1312"/>
                    </a:lnTo>
                    <a:lnTo>
                      <a:pt x="3195" y="1375"/>
                    </a:lnTo>
                    <a:lnTo>
                      <a:pt x="3171" y="1439"/>
                    </a:lnTo>
                    <a:lnTo>
                      <a:pt x="3145" y="1504"/>
                    </a:lnTo>
                    <a:lnTo>
                      <a:pt x="3112" y="1570"/>
                    </a:lnTo>
                    <a:lnTo>
                      <a:pt x="3075" y="1638"/>
                    </a:lnTo>
                    <a:lnTo>
                      <a:pt x="3033" y="1705"/>
                    </a:lnTo>
                    <a:lnTo>
                      <a:pt x="3019" y="1723"/>
                    </a:lnTo>
                    <a:lnTo>
                      <a:pt x="3005" y="1742"/>
                    </a:lnTo>
                    <a:lnTo>
                      <a:pt x="3048" y="1806"/>
                    </a:lnTo>
                    <a:lnTo>
                      <a:pt x="3086" y="1869"/>
                    </a:lnTo>
                    <a:lnTo>
                      <a:pt x="3121" y="1933"/>
                    </a:lnTo>
                    <a:lnTo>
                      <a:pt x="3150" y="1996"/>
                    </a:lnTo>
                    <a:lnTo>
                      <a:pt x="3176" y="2058"/>
                    </a:lnTo>
                    <a:lnTo>
                      <a:pt x="3196" y="2120"/>
                    </a:lnTo>
                    <a:lnTo>
                      <a:pt x="3212" y="2181"/>
                    </a:lnTo>
                    <a:lnTo>
                      <a:pt x="3223" y="2240"/>
                    </a:lnTo>
                    <a:lnTo>
                      <a:pt x="3230" y="2298"/>
                    </a:lnTo>
                    <a:lnTo>
                      <a:pt x="3232" y="2355"/>
                    </a:lnTo>
                    <a:lnTo>
                      <a:pt x="3229" y="2411"/>
                    </a:lnTo>
                    <a:lnTo>
                      <a:pt x="3220" y="2465"/>
                    </a:lnTo>
                    <a:lnTo>
                      <a:pt x="3206" y="2517"/>
                    </a:lnTo>
                    <a:lnTo>
                      <a:pt x="3187" y="2567"/>
                    </a:lnTo>
                    <a:lnTo>
                      <a:pt x="3163" y="2615"/>
                    </a:lnTo>
                    <a:lnTo>
                      <a:pt x="3141" y="2648"/>
                    </a:lnTo>
                    <a:lnTo>
                      <a:pt x="3116" y="2680"/>
                    </a:lnTo>
                    <a:lnTo>
                      <a:pt x="3089" y="2709"/>
                    </a:lnTo>
                    <a:lnTo>
                      <a:pt x="3091" y="2719"/>
                    </a:lnTo>
                    <a:lnTo>
                      <a:pt x="3092" y="2727"/>
                    </a:lnTo>
                    <a:lnTo>
                      <a:pt x="3089" y="2757"/>
                    </a:lnTo>
                    <a:lnTo>
                      <a:pt x="3080" y="2785"/>
                    </a:lnTo>
                    <a:lnTo>
                      <a:pt x="3067" y="2811"/>
                    </a:lnTo>
                    <a:lnTo>
                      <a:pt x="3049" y="2833"/>
                    </a:lnTo>
                    <a:lnTo>
                      <a:pt x="3026" y="2851"/>
                    </a:lnTo>
                    <a:lnTo>
                      <a:pt x="3002" y="2865"/>
                    </a:lnTo>
                    <a:lnTo>
                      <a:pt x="2973" y="2873"/>
                    </a:lnTo>
                    <a:lnTo>
                      <a:pt x="2944" y="2876"/>
                    </a:lnTo>
                    <a:lnTo>
                      <a:pt x="2917" y="2873"/>
                    </a:lnTo>
                    <a:lnTo>
                      <a:pt x="2892" y="2866"/>
                    </a:lnTo>
                    <a:lnTo>
                      <a:pt x="2868" y="2854"/>
                    </a:lnTo>
                    <a:lnTo>
                      <a:pt x="2811" y="2874"/>
                    </a:lnTo>
                    <a:lnTo>
                      <a:pt x="2750" y="2891"/>
                    </a:lnTo>
                    <a:lnTo>
                      <a:pt x="2685" y="2905"/>
                    </a:lnTo>
                    <a:lnTo>
                      <a:pt x="2617" y="2914"/>
                    </a:lnTo>
                    <a:lnTo>
                      <a:pt x="2545" y="2920"/>
                    </a:lnTo>
                    <a:lnTo>
                      <a:pt x="2470" y="2922"/>
                    </a:lnTo>
                    <a:lnTo>
                      <a:pt x="2400" y="2921"/>
                    </a:lnTo>
                    <a:lnTo>
                      <a:pt x="2327" y="2915"/>
                    </a:lnTo>
                    <a:lnTo>
                      <a:pt x="2290" y="2988"/>
                    </a:lnTo>
                    <a:lnTo>
                      <a:pt x="2252" y="3058"/>
                    </a:lnTo>
                    <a:lnTo>
                      <a:pt x="2210" y="3122"/>
                    </a:lnTo>
                    <a:lnTo>
                      <a:pt x="2168" y="3183"/>
                    </a:lnTo>
                    <a:lnTo>
                      <a:pt x="2124" y="3238"/>
                    </a:lnTo>
                    <a:lnTo>
                      <a:pt x="2076" y="3288"/>
                    </a:lnTo>
                    <a:lnTo>
                      <a:pt x="2028" y="3333"/>
                    </a:lnTo>
                    <a:lnTo>
                      <a:pt x="1978" y="3373"/>
                    </a:lnTo>
                    <a:lnTo>
                      <a:pt x="1926" y="3407"/>
                    </a:lnTo>
                    <a:lnTo>
                      <a:pt x="1873" y="3435"/>
                    </a:lnTo>
                    <a:lnTo>
                      <a:pt x="1819" y="3457"/>
                    </a:lnTo>
                    <a:lnTo>
                      <a:pt x="1763" y="3474"/>
                    </a:lnTo>
                    <a:lnTo>
                      <a:pt x="1707" y="3484"/>
                    </a:lnTo>
                    <a:lnTo>
                      <a:pt x="1649" y="3487"/>
                    </a:lnTo>
                    <a:lnTo>
                      <a:pt x="1591" y="3484"/>
                    </a:lnTo>
                    <a:lnTo>
                      <a:pt x="1534" y="3474"/>
                    </a:lnTo>
                    <a:lnTo>
                      <a:pt x="1478" y="3457"/>
                    </a:lnTo>
                    <a:lnTo>
                      <a:pt x="1424" y="3435"/>
                    </a:lnTo>
                    <a:lnTo>
                      <a:pt x="1370" y="3407"/>
                    </a:lnTo>
                    <a:lnTo>
                      <a:pt x="1319" y="3373"/>
                    </a:lnTo>
                    <a:lnTo>
                      <a:pt x="1268" y="3333"/>
                    </a:lnTo>
                    <a:lnTo>
                      <a:pt x="1221" y="3288"/>
                    </a:lnTo>
                    <a:lnTo>
                      <a:pt x="1174" y="3238"/>
                    </a:lnTo>
                    <a:lnTo>
                      <a:pt x="1129" y="3183"/>
                    </a:lnTo>
                    <a:lnTo>
                      <a:pt x="1086" y="3122"/>
                    </a:lnTo>
                    <a:lnTo>
                      <a:pt x="1045" y="3058"/>
                    </a:lnTo>
                    <a:lnTo>
                      <a:pt x="1006" y="2988"/>
                    </a:lnTo>
                    <a:lnTo>
                      <a:pt x="970" y="2915"/>
                    </a:lnTo>
                    <a:lnTo>
                      <a:pt x="896" y="2921"/>
                    </a:lnTo>
                    <a:lnTo>
                      <a:pt x="827" y="2922"/>
                    </a:lnTo>
                    <a:lnTo>
                      <a:pt x="751" y="2920"/>
                    </a:lnTo>
                    <a:lnTo>
                      <a:pt x="679" y="2914"/>
                    </a:lnTo>
                    <a:lnTo>
                      <a:pt x="611" y="2905"/>
                    </a:lnTo>
                    <a:lnTo>
                      <a:pt x="546" y="2891"/>
                    </a:lnTo>
                    <a:lnTo>
                      <a:pt x="484" y="2874"/>
                    </a:lnTo>
                    <a:lnTo>
                      <a:pt x="427" y="2854"/>
                    </a:lnTo>
                    <a:lnTo>
                      <a:pt x="372" y="2830"/>
                    </a:lnTo>
                    <a:lnTo>
                      <a:pt x="322" y="2802"/>
                    </a:lnTo>
                    <a:lnTo>
                      <a:pt x="276" y="2772"/>
                    </a:lnTo>
                    <a:lnTo>
                      <a:pt x="234" y="2738"/>
                    </a:lnTo>
                    <a:lnTo>
                      <a:pt x="196" y="2700"/>
                    </a:lnTo>
                    <a:lnTo>
                      <a:pt x="163" y="2660"/>
                    </a:lnTo>
                    <a:lnTo>
                      <a:pt x="134" y="2615"/>
                    </a:lnTo>
                    <a:lnTo>
                      <a:pt x="124" y="2593"/>
                    </a:lnTo>
                    <a:lnTo>
                      <a:pt x="113" y="2571"/>
                    </a:lnTo>
                    <a:lnTo>
                      <a:pt x="87" y="2561"/>
                    </a:lnTo>
                    <a:lnTo>
                      <a:pt x="63" y="2549"/>
                    </a:lnTo>
                    <a:lnTo>
                      <a:pt x="41" y="2531"/>
                    </a:lnTo>
                    <a:lnTo>
                      <a:pt x="24" y="2510"/>
                    </a:lnTo>
                    <a:lnTo>
                      <a:pt x="11" y="2485"/>
                    </a:lnTo>
                    <a:lnTo>
                      <a:pt x="2" y="2458"/>
                    </a:lnTo>
                    <a:lnTo>
                      <a:pt x="0" y="2429"/>
                    </a:lnTo>
                    <a:lnTo>
                      <a:pt x="2" y="2404"/>
                    </a:lnTo>
                    <a:lnTo>
                      <a:pt x="8" y="2381"/>
                    </a:lnTo>
                    <a:lnTo>
                      <a:pt x="18" y="2360"/>
                    </a:lnTo>
                    <a:lnTo>
                      <a:pt x="32" y="2339"/>
                    </a:lnTo>
                    <a:lnTo>
                      <a:pt x="48" y="2323"/>
                    </a:lnTo>
                    <a:lnTo>
                      <a:pt x="66" y="2308"/>
                    </a:lnTo>
                    <a:lnTo>
                      <a:pt x="73" y="2241"/>
                    </a:lnTo>
                    <a:lnTo>
                      <a:pt x="86" y="2173"/>
                    </a:lnTo>
                    <a:lnTo>
                      <a:pt x="106" y="2103"/>
                    </a:lnTo>
                    <a:lnTo>
                      <a:pt x="131" y="2032"/>
                    </a:lnTo>
                    <a:lnTo>
                      <a:pt x="163" y="1961"/>
                    </a:lnTo>
                    <a:lnTo>
                      <a:pt x="200" y="1888"/>
                    </a:lnTo>
                    <a:lnTo>
                      <a:pt x="243" y="1815"/>
                    </a:lnTo>
                    <a:lnTo>
                      <a:pt x="291" y="1742"/>
                    </a:lnTo>
                    <a:lnTo>
                      <a:pt x="279" y="1723"/>
                    </a:lnTo>
                    <a:lnTo>
                      <a:pt x="265" y="1705"/>
                    </a:lnTo>
                    <a:lnTo>
                      <a:pt x="223" y="1638"/>
                    </a:lnTo>
                    <a:lnTo>
                      <a:pt x="184" y="1570"/>
                    </a:lnTo>
                    <a:lnTo>
                      <a:pt x="153" y="1504"/>
                    </a:lnTo>
                    <a:lnTo>
                      <a:pt x="125" y="1439"/>
                    </a:lnTo>
                    <a:lnTo>
                      <a:pt x="103" y="1375"/>
                    </a:lnTo>
                    <a:lnTo>
                      <a:pt x="85" y="1312"/>
                    </a:lnTo>
                    <a:lnTo>
                      <a:pt x="73" y="1251"/>
                    </a:lnTo>
                    <a:lnTo>
                      <a:pt x="66" y="1191"/>
                    </a:lnTo>
                    <a:lnTo>
                      <a:pt x="65" y="1133"/>
                    </a:lnTo>
                    <a:lnTo>
                      <a:pt x="68" y="1077"/>
                    </a:lnTo>
                    <a:lnTo>
                      <a:pt x="76" y="1022"/>
                    </a:lnTo>
                    <a:lnTo>
                      <a:pt x="90" y="970"/>
                    </a:lnTo>
                    <a:lnTo>
                      <a:pt x="109" y="919"/>
                    </a:lnTo>
                    <a:lnTo>
                      <a:pt x="134" y="872"/>
                    </a:lnTo>
                    <a:lnTo>
                      <a:pt x="163" y="827"/>
                    </a:lnTo>
                    <a:lnTo>
                      <a:pt x="196" y="787"/>
                    </a:lnTo>
                    <a:lnTo>
                      <a:pt x="234" y="749"/>
                    </a:lnTo>
                    <a:lnTo>
                      <a:pt x="276" y="715"/>
                    </a:lnTo>
                    <a:lnTo>
                      <a:pt x="322" y="684"/>
                    </a:lnTo>
                    <a:lnTo>
                      <a:pt x="372" y="656"/>
                    </a:lnTo>
                    <a:lnTo>
                      <a:pt x="427" y="633"/>
                    </a:lnTo>
                    <a:lnTo>
                      <a:pt x="484" y="612"/>
                    </a:lnTo>
                    <a:lnTo>
                      <a:pt x="546" y="595"/>
                    </a:lnTo>
                    <a:lnTo>
                      <a:pt x="611" y="582"/>
                    </a:lnTo>
                    <a:lnTo>
                      <a:pt x="679" y="573"/>
                    </a:lnTo>
                    <a:lnTo>
                      <a:pt x="751" y="566"/>
                    </a:lnTo>
                    <a:lnTo>
                      <a:pt x="827" y="565"/>
                    </a:lnTo>
                    <a:lnTo>
                      <a:pt x="896" y="566"/>
                    </a:lnTo>
                    <a:lnTo>
                      <a:pt x="970" y="572"/>
                    </a:lnTo>
                    <a:lnTo>
                      <a:pt x="999" y="512"/>
                    </a:lnTo>
                    <a:lnTo>
                      <a:pt x="1030" y="458"/>
                    </a:lnTo>
                    <a:lnTo>
                      <a:pt x="1062" y="405"/>
                    </a:lnTo>
                    <a:lnTo>
                      <a:pt x="1051" y="383"/>
                    </a:lnTo>
                    <a:lnTo>
                      <a:pt x="1044" y="358"/>
                    </a:lnTo>
                    <a:lnTo>
                      <a:pt x="1041" y="332"/>
                    </a:lnTo>
                    <a:lnTo>
                      <a:pt x="1044" y="302"/>
                    </a:lnTo>
                    <a:lnTo>
                      <a:pt x="1052" y="275"/>
                    </a:lnTo>
                    <a:lnTo>
                      <a:pt x="1066" y="249"/>
                    </a:lnTo>
                    <a:lnTo>
                      <a:pt x="1084" y="227"/>
                    </a:lnTo>
                    <a:lnTo>
                      <a:pt x="1106" y="209"/>
                    </a:lnTo>
                    <a:lnTo>
                      <a:pt x="1132" y="195"/>
                    </a:lnTo>
                    <a:lnTo>
                      <a:pt x="1159" y="187"/>
                    </a:lnTo>
                    <a:lnTo>
                      <a:pt x="1190" y="184"/>
                    </a:lnTo>
                    <a:lnTo>
                      <a:pt x="1210" y="186"/>
                    </a:lnTo>
                    <a:lnTo>
                      <a:pt x="1230" y="192"/>
                    </a:lnTo>
                    <a:lnTo>
                      <a:pt x="1278" y="149"/>
                    </a:lnTo>
                    <a:lnTo>
                      <a:pt x="1327" y="111"/>
                    </a:lnTo>
                    <a:lnTo>
                      <a:pt x="1378" y="78"/>
                    </a:lnTo>
                    <a:lnTo>
                      <a:pt x="1429" y="51"/>
                    </a:lnTo>
                    <a:lnTo>
                      <a:pt x="1482" y="29"/>
                    </a:lnTo>
                    <a:lnTo>
                      <a:pt x="1536" y="13"/>
                    </a:lnTo>
                    <a:lnTo>
                      <a:pt x="1592" y="3"/>
                    </a:lnTo>
                    <a:lnTo>
                      <a:pt x="1649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  <p:sp>
            <p:nvSpPr>
              <p:cNvPr id="19" name="Freeform 7"/>
              <p:cNvSpPr/>
              <p:nvPr/>
            </p:nvSpPr>
            <p:spPr bwMode="auto">
              <a:xfrm>
                <a:off x="1410" y="1565"/>
                <a:ext cx="54" cy="55"/>
              </a:xfrm>
              <a:custGeom>
                <a:avLst/>
                <a:gdLst>
                  <a:gd name="T0" fmla="*/ 298 w 598"/>
                  <a:gd name="T1" fmla="*/ 0 h 595"/>
                  <a:gd name="T2" fmla="*/ 342 w 598"/>
                  <a:gd name="T3" fmla="*/ 3 h 595"/>
                  <a:gd name="T4" fmla="*/ 385 w 598"/>
                  <a:gd name="T5" fmla="*/ 12 h 595"/>
                  <a:gd name="T6" fmla="*/ 424 w 598"/>
                  <a:gd name="T7" fmla="*/ 27 h 595"/>
                  <a:gd name="T8" fmla="*/ 461 w 598"/>
                  <a:gd name="T9" fmla="*/ 47 h 595"/>
                  <a:gd name="T10" fmla="*/ 495 w 598"/>
                  <a:gd name="T11" fmla="*/ 72 h 595"/>
                  <a:gd name="T12" fmla="*/ 523 w 598"/>
                  <a:gd name="T13" fmla="*/ 102 h 595"/>
                  <a:gd name="T14" fmla="*/ 549 w 598"/>
                  <a:gd name="T15" fmla="*/ 135 h 595"/>
                  <a:gd name="T16" fmla="*/ 569 w 598"/>
                  <a:gd name="T17" fmla="*/ 172 h 595"/>
                  <a:gd name="T18" fmla="*/ 585 w 598"/>
                  <a:gd name="T19" fmla="*/ 211 h 595"/>
                  <a:gd name="T20" fmla="*/ 594 w 598"/>
                  <a:gd name="T21" fmla="*/ 253 h 595"/>
                  <a:gd name="T22" fmla="*/ 598 w 598"/>
                  <a:gd name="T23" fmla="*/ 298 h 595"/>
                  <a:gd name="T24" fmla="*/ 594 w 598"/>
                  <a:gd name="T25" fmla="*/ 342 h 595"/>
                  <a:gd name="T26" fmla="*/ 585 w 598"/>
                  <a:gd name="T27" fmla="*/ 384 h 595"/>
                  <a:gd name="T28" fmla="*/ 569 w 598"/>
                  <a:gd name="T29" fmla="*/ 423 h 595"/>
                  <a:gd name="T30" fmla="*/ 549 w 598"/>
                  <a:gd name="T31" fmla="*/ 460 h 595"/>
                  <a:gd name="T32" fmla="*/ 523 w 598"/>
                  <a:gd name="T33" fmla="*/ 493 h 595"/>
                  <a:gd name="T34" fmla="*/ 495 w 598"/>
                  <a:gd name="T35" fmla="*/ 523 h 595"/>
                  <a:gd name="T36" fmla="*/ 461 w 598"/>
                  <a:gd name="T37" fmla="*/ 548 h 595"/>
                  <a:gd name="T38" fmla="*/ 424 w 598"/>
                  <a:gd name="T39" fmla="*/ 568 h 595"/>
                  <a:gd name="T40" fmla="*/ 385 w 598"/>
                  <a:gd name="T41" fmla="*/ 583 h 595"/>
                  <a:gd name="T42" fmla="*/ 342 w 598"/>
                  <a:gd name="T43" fmla="*/ 592 h 595"/>
                  <a:gd name="T44" fmla="*/ 298 w 598"/>
                  <a:gd name="T45" fmla="*/ 595 h 595"/>
                  <a:gd name="T46" fmla="*/ 253 w 598"/>
                  <a:gd name="T47" fmla="*/ 592 h 595"/>
                  <a:gd name="T48" fmla="*/ 212 w 598"/>
                  <a:gd name="T49" fmla="*/ 583 h 595"/>
                  <a:gd name="T50" fmla="*/ 172 w 598"/>
                  <a:gd name="T51" fmla="*/ 568 h 595"/>
                  <a:gd name="T52" fmla="*/ 136 w 598"/>
                  <a:gd name="T53" fmla="*/ 548 h 595"/>
                  <a:gd name="T54" fmla="*/ 102 w 598"/>
                  <a:gd name="T55" fmla="*/ 523 h 595"/>
                  <a:gd name="T56" fmla="*/ 73 w 598"/>
                  <a:gd name="T57" fmla="*/ 493 h 595"/>
                  <a:gd name="T58" fmla="*/ 48 w 598"/>
                  <a:gd name="T59" fmla="*/ 460 h 595"/>
                  <a:gd name="T60" fmla="*/ 28 w 598"/>
                  <a:gd name="T61" fmla="*/ 423 h 595"/>
                  <a:gd name="T62" fmla="*/ 13 w 598"/>
                  <a:gd name="T63" fmla="*/ 384 h 595"/>
                  <a:gd name="T64" fmla="*/ 3 w 598"/>
                  <a:gd name="T65" fmla="*/ 342 h 595"/>
                  <a:gd name="T66" fmla="*/ 0 w 598"/>
                  <a:gd name="T67" fmla="*/ 298 h 595"/>
                  <a:gd name="T68" fmla="*/ 3 w 598"/>
                  <a:gd name="T69" fmla="*/ 253 h 595"/>
                  <a:gd name="T70" fmla="*/ 13 w 598"/>
                  <a:gd name="T71" fmla="*/ 211 h 595"/>
                  <a:gd name="T72" fmla="*/ 28 w 598"/>
                  <a:gd name="T73" fmla="*/ 172 h 595"/>
                  <a:gd name="T74" fmla="*/ 48 w 598"/>
                  <a:gd name="T75" fmla="*/ 135 h 595"/>
                  <a:gd name="T76" fmla="*/ 73 w 598"/>
                  <a:gd name="T77" fmla="*/ 102 h 595"/>
                  <a:gd name="T78" fmla="*/ 102 w 598"/>
                  <a:gd name="T79" fmla="*/ 72 h 595"/>
                  <a:gd name="T80" fmla="*/ 136 w 598"/>
                  <a:gd name="T81" fmla="*/ 47 h 595"/>
                  <a:gd name="T82" fmla="*/ 172 w 598"/>
                  <a:gd name="T83" fmla="*/ 27 h 595"/>
                  <a:gd name="T84" fmla="*/ 212 w 598"/>
                  <a:gd name="T85" fmla="*/ 12 h 595"/>
                  <a:gd name="T86" fmla="*/ 253 w 598"/>
                  <a:gd name="T87" fmla="*/ 3 h 595"/>
                  <a:gd name="T88" fmla="*/ 298 w 598"/>
                  <a:gd name="T89" fmla="*/ 0 h 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8" h="595">
                    <a:moveTo>
                      <a:pt x="298" y="0"/>
                    </a:moveTo>
                    <a:lnTo>
                      <a:pt x="342" y="3"/>
                    </a:lnTo>
                    <a:lnTo>
                      <a:pt x="385" y="12"/>
                    </a:lnTo>
                    <a:lnTo>
                      <a:pt x="424" y="27"/>
                    </a:lnTo>
                    <a:lnTo>
                      <a:pt x="461" y="47"/>
                    </a:lnTo>
                    <a:lnTo>
                      <a:pt x="495" y="72"/>
                    </a:lnTo>
                    <a:lnTo>
                      <a:pt x="523" y="102"/>
                    </a:lnTo>
                    <a:lnTo>
                      <a:pt x="549" y="135"/>
                    </a:lnTo>
                    <a:lnTo>
                      <a:pt x="569" y="172"/>
                    </a:lnTo>
                    <a:lnTo>
                      <a:pt x="585" y="211"/>
                    </a:lnTo>
                    <a:lnTo>
                      <a:pt x="594" y="253"/>
                    </a:lnTo>
                    <a:lnTo>
                      <a:pt x="598" y="298"/>
                    </a:lnTo>
                    <a:lnTo>
                      <a:pt x="594" y="342"/>
                    </a:lnTo>
                    <a:lnTo>
                      <a:pt x="585" y="384"/>
                    </a:lnTo>
                    <a:lnTo>
                      <a:pt x="569" y="423"/>
                    </a:lnTo>
                    <a:lnTo>
                      <a:pt x="549" y="460"/>
                    </a:lnTo>
                    <a:lnTo>
                      <a:pt x="523" y="493"/>
                    </a:lnTo>
                    <a:lnTo>
                      <a:pt x="495" y="523"/>
                    </a:lnTo>
                    <a:lnTo>
                      <a:pt x="461" y="548"/>
                    </a:lnTo>
                    <a:lnTo>
                      <a:pt x="424" y="568"/>
                    </a:lnTo>
                    <a:lnTo>
                      <a:pt x="385" y="583"/>
                    </a:lnTo>
                    <a:lnTo>
                      <a:pt x="342" y="592"/>
                    </a:lnTo>
                    <a:lnTo>
                      <a:pt x="298" y="595"/>
                    </a:lnTo>
                    <a:lnTo>
                      <a:pt x="253" y="592"/>
                    </a:lnTo>
                    <a:lnTo>
                      <a:pt x="212" y="583"/>
                    </a:lnTo>
                    <a:lnTo>
                      <a:pt x="172" y="568"/>
                    </a:lnTo>
                    <a:lnTo>
                      <a:pt x="136" y="548"/>
                    </a:lnTo>
                    <a:lnTo>
                      <a:pt x="102" y="523"/>
                    </a:lnTo>
                    <a:lnTo>
                      <a:pt x="73" y="493"/>
                    </a:lnTo>
                    <a:lnTo>
                      <a:pt x="48" y="460"/>
                    </a:lnTo>
                    <a:lnTo>
                      <a:pt x="28" y="423"/>
                    </a:lnTo>
                    <a:lnTo>
                      <a:pt x="13" y="384"/>
                    </a:lnTo>
                    <a:lnTo>
                      <a:pt x="3" y="342"/>
                    </a:lnTo>
                    <a:lnTo>
                      <a:pt x="0" y="298"/>
                    </a:lnTo>
                    <a:lnTo>
                      <a:pt x="3" y="253"/>
                    </a:lnTo>
                    <a:lnTo>
                      <a:pt x="13" y="211"/>
                    </a:lnTo>
                    <a:lnTo>
                      <a:pt x="28" y="172"/>
                    </a:lnTo>
                    <a:lnTo>
                      <a:pt x="48" y="135"/>
                    </a:lnTo>
                    <a:lnTo>
                      <a:pt x="73" y="102"/>
                    </a:lnTo>
                    <a:lnTo>
                      <a:pt x="102" y="72"/>
                    </a:lnTo>
                    <a:lnTo>
                      <a:pt x="136" y="47"/>
                    </a:lnTo>
                    <a:lnTo>
                      <a:pt x="172" y="27"/>
                    </a:lnTo>
                    <a:lnTo>
                      <a:pt x="212" y="12"/>
                    </a:lnTo>
                    <a:lnTo>
                      <a:pt x="253" y="3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2200729" y="2074196"/>
            <a:ext cx="2470150" cy="2689225"/>
            <a:chOff x="2200729" y="1825893"/>
            <a:chExt cx="2470150" cy="2689225"/>
          </a:xfrm>
        </p:grpSpPr>
        <p:sp>
          <p:nvSpPr>
            <p:cNvPr id="21" name="Freeform 10"/>
            <p:cNvSpPr/>
            <p:nvPr/>
          </p:nvSpPr>
          <p:spPr bwMode="auto">
            <a:xfrm>
              <a:off x="2200729" y="1825893"/>
              <a:ext cx="2470150" cy="2689225"/>
            </a:xfrm>
            <a:custGeom>
              <a:avLst/>
              <a:gdLst>
                <a:gd name="T0" fmla="*/ 459 w 816"/>
                <a:gd name="T1" fmla="*/ 882 h 889"/>
                <a:gd name="T2" fmla="*/ 415 w 816"/>
                <a:gd name="T3" fmla="*/ 888 h 889"/>
                <a:gd name="T4" fmla="*/ 377 w 816"/>
                <a:gd name="T5" fmla="*/ 888 h 889"/>
                <a:gd name="T6" fmla="*/ 370 w 816"/>
                <a:gd name="T7" fmla="*/ 883 h 889"/>
                <a:gd name="T8" fmla="*/ 313 w 816"/>
                <a:gd name="T9" fmla="*/ 826 h 889"/>
                <a:gd name="T10" fmla="*/ 258 w 816"/>
                <a:gd name="T11" fmla="*/ 759 h 889"/>
                <a:gd name="T12" fmla="*/ 229 w 816"/>
                <a:gd name="T13" fmla="*/ 725 h 889"/>
                <a:gd name="T14" fmla="*/ 200 w 816"/>
                <a:gd name="T15" fmla="*/ 687 h 889"/>
                <a:gd name="T16" fmla="*/ 174 w 816"/>
                <a:gd name="T17" fmla="*/ 648 h 889"/>
                <a:gd name="T18" fmla="*/ 140 w 816"/>
                <a:gd name="T19" fmla="*/ 595 h 889"/>
                <a:gd name="T20" fmla="*/ 85 w 816"/>
                <a:gd name="T21" fmla="*/ 493 h 889"/>
                <a:gd name="T22" fmla="*/ 64 w 816"/>
                <a:gd name="T23" fmla="*/ 442 h 889"/>
                <a:gd name="T24" fmla="*/ 37 w 816"/>
                <a:gd name="T25" fmla="*/ 368 h 889"/>
                <a:gd name="T26" fmla="*/ 23 w 816"/>
                <a:gd name="T27" fmla="*/ 327 h 889"/>
                <a:gd name="T28" fmla="*/ 16 w 816"/>
                <a:gd name="T29" fmla="*/ 296 h 889"/>
                <a:gd name="T30" fmla="*/ 7 w 816"/>
                <a:gd name="T31" fmla="*/ 256 h 889"/>
                <a:gd name="T32" fmla="*/ 4 w 816"/>
                <a:gd name="T33" fmla="*/ 238 h 889"/>
                <a:gd name="T34" fmla="*/ 1 w 816"/>
                <a:gd name="T35" fmla="*/ 216 h 889"/>
                <a:gd name="T36" fmla="*/ 7 w 816"/>
                <a:gd name="T37" fmla="*/ 199 h 889"/>
                <a:gd name="T38" fmla="*/ 70 w 816"/>
                <a:gd name="T39" fmla="*/ 143 h 889"/>
                <a:gd name="T40" fmla="*/ 163 w 816"/>
                <a:gd name="T41" fmla="*/ 81 h 889"/>
                <a:gd name="T42" fmla="*/ 218 w 816"/>
                <a:gd name="T43" fmla="*/ 52 h 889"/>
                <a:gd name="T44" fmla="*/ 309 w 816"/>
                <a:gd name="T45" fmla="*/ 18 h 889"/>
                <a:gd name="T46" fmla="*/ 364 w 816"/>
                <a:gd name="T47" fmla="*/ 3 h 889"/>
                <a:gd name="T48" fmla="*/ 385 w 816"/>
                <a:gd name="T49" fmla="*/ 20 h 889"/>
                <a:gd name="T50" fmla="*/ 394 w 816"/>
                <a:gd name="T51" fmla="*/ 68 h 889"/>
                <a:gd name="T52" fmla="*/ 403 w 816"/>
                <a:gd name="T53" fmla="*/ 114 h 889"/>
                <a:gd name="T54" fmla="*/ 421 w 816"/>
                <a:gd name="T55" fmla="*/ 174 h 889"/>
                <a:gd name="T56" fmla="*/ 443 w 816"/>
                <a:gd name="T57" fmla="*/ 233 h 889"/>
                <a:gd name="T58" fmla="*/ 473 w 816"/>
                <a:gd name="T59" fmla="*/ 295 h 889"/>
                <a:gd name="T60" fmla="*/ 516 w 816"/>
                <a:gd name="T61" fmla="*/ 378 h 889"/>
                <a:gd name="T62" fmla="*/ 559 w 816"/>
                <a:gd name="T63" fmla="*/ 445 h 889"/>
                <a:gd name="T64" fmla="*/ 603 w 816"/>
                <a:gd name="T65" fmla="*/ 507 h 889"/>
                <a:gd name="T66" fmla="*/ 640 w 816"/>
                <a:gd name="T67" fmla="*/ 553 h 889"/>
                <a:gd name="T68" fmla="*/ 710 w 816"/>
                <a:gd name="T69" fmla="*/ 632 h 889"/>
                <a:gd name="T70" fmla="*/ 795 w 816"/>
                <a:gd name="T71" fmla="*/ 720 h 889"/>
                <a:gd name="T72" fmla="*/ 809 w 816"/>
                <a:gd name="T73" fmla="*/ 732 h 889"/>
                <a:gd name="T74" fmla="*/ 807 w 816"/>
                <a:gd name="T75" fmla="*/ 752 h 889"/>
                <a:gd name="T76" fmla="*/ 755 w 816"/>
                <a:gd name="T77" fmla="*/ 783 h 889"/>
                <a:gd name="T78" fmla="*/ 715 w 816"/>
                <a:gd name="T79" fmla="*/ 806 h 889"/>
                <a:gd name="T80" fmla="*/ 671 w 816"/>
                <a:gd name="T81" fmla="*/ 825 h 889"/>
                <a:gd name="T82" fmla="*/ 620 w 816"/>
                <a:gd name="T83" fmla="*/ 844 h 889"/>
                <a:gd name="T84" fmla="*/ 551 w 816"/>
                <a:gd name="T85" fmla="*/ 864 h 889"/>
                <a:gd name="T86" fmla="*/ 507 w 816"/>
                <a:gd name="T87" fmla="*/ 875 h 889"/>
                <a:gd name="T88" fmla="*/ 481 w 816"/>
                <a:gd name="T89" fmla="*/ 879 h 889"/>
                <a:gd name="T90" fmla="*/ 459 w 816"/>
                <a:gd name="T91" fmla="*/ 883 h 889"/>
                <a:gd name="T92" fmla="*/ 459 w 816"/>
                <a:gd name="T93" fmla="*/ 882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6" h="889">
                  <a:moveTo>
                    <a:pt x="459" y="882"/>
                  </a:moveTo>
                  <a:cubicBezTo>
                    <a:pt x="444" y="884"/>
                    <a:pt x="430" y="887"/>
                    <a:pt x="415" y="888"/>
                  </a:cubicBezTo>
                  <a:cubicBezTo>
                    <a:pt x="402" y="889"/>
                    <a:pt x="389" y="888"/>
                    <a:pt x="377" y="888"/>
                  </a:cubicBezTo>
                  <a:cubicBezTo>
                    <a:pt x="374" y="888"/>
                    <a:pt x="372" y="885"/>
                    <a:pt x="370" y="883"/>
                  </a:cubicBezTo>
                  <a:cubicBezTo>
                    <a:pt x="351" y="864"/>
                    <a:pt x="331" y="846"/>
                    <a:pt x="313" y="826"/>
                  </a:cubicBezTo>
                  <a:cubicBezTo>
                    <a:pt x="294" y="805"/>
                    <a:pt x="276" y="782"/>
                    <a:pt x="258" y="759"/>
                  </a:cubicBezTo>
                  <a:cubicBezTo>
                    <a:pt x="248" y="748"/>
                    <a:pt x="239" y="737"/>
                    <a:pt x="229" y="725"/>
                  </a:cubicBezTo>
                  <a:cubicBezTo>
                    <a:pt x="219" y="712"/>
                    <a:pt x="210" y="700"/>
                    <a:pt x="200" y="687"/>
                  </a:cubicBezTo>
                  <a:cubicBezTo>
                    <a:pt x="191" y="674"/>
                    <a:pt x="182" y="661"/>
                    <a:pt x="174" y="648"/>
                  </a:cubicBezTo>
                  <a:cubicBezTo>
                    <a:pt x="162" y="631"/>
                    <a:pt x="150" y="613"/>
                    <a:pt x="140" y="595"/>
                  </a:cubicBezTo>
                  <a:cubicBezTo>
                    <a:pt x="121" y="562"/>
                    <a:pt x="102" y="528"/>
                    <a:pt x="85" y="493"/>
                  </a:cubicBezTo>
                  <a:cubicBezTo>
                    <a:pt x="76" y="477"/>
                    <a:pt x="71" y="459"/>
                    <a:pt x="64" y="442"/>
                  </a:cubicBezTo>
                  <a:cubicBezTo>
                    <a:pt x="55" y="418"/>
                    <a:pt x="46" y="393"/>
                    <a:pt x="37" y="368"/>
                  </a:cubicBezTo>
                  <a:cubicBezTo>
                    <a:pt x="32" y="354"/>
                    <a:pt x="27" y="340"/>
                    <a:pt x="23" y="327"/>
                  </a:cubicBezTo>
                  <a:cubicBezTo>
                    <a:pt x="20" y="316"/>
                    <a:pt x="18" y="306"/>
                    <a:pt x="16" y="296"/>
                  </a:cubicBezTo>
                  <a:cubicBezTo>
                    <a:pt x="13" y="282"/>
                    <a:pt x="10" y="269"/>
                    <a:pt x="7" y="256"/>
                  </a:cubicBezTo>
                  <a:cubicBezTo>
                    <a:pt x="6" y="250"/>
                    <a:pt x="5" y="244"/>
                    <a:pt x="4" y="238"/>
                  </a:cubicBezTo>
                  <a:cubicBezTo>
                    <a:pt x="3" y="231"/>
                    <a:pt x="2" y="223"/>
                    <a:pt x="1" y="216"/>
                  </a:cubicBezTo>
                  <a:cubicBezTo>
                    <a:pt x="0" y="209"/>
                    <a:pt x="2" y="204"/>
                    <a:pt x="7" y="199"/>
                  </a:cubicBezTo>
                  <a:cubicBezTo>
                    <a:pt x="28" y="181"/>
                    <a:pt x="48" y="161"/>
                    <a:pt x="70" y="143"/>
                  </a:cubicBezTo>
                  <a:cubicBezTo>
                    <a:pt x="99" y="120"/>
                    <a:pt x="130" y="98"/>
                    <a:pt x="163" y="81"/>
                  </a:cubicBezTo>
                  <a:cubicBezTo>
                    <a:pt x="182" y="72"/>
                    <a:pt x="199" y="60"/>
                    <a:pt x="218" y="52"/>
                  </a:cubicBezTo>
                  <a:cubicBezTo>
                    <a:pt x="248" y="40"/>
                    <a:pt x="278" y="29"/>
                    <a:pt x="309" y="18"/>
                  </a:cubicBezTo>
                  <a:cubicBezTo>
                    <a:pt x="327" y="12"/>
                    <a:pt x="345" y="8"/>
                    <a:pt x="364" y="3"/>
                  </a:cubicBezTo>
                  <a:cubicBezTo>
                    <a:pt x="378" y="0"/>
                    <a:pt x="384" y="5"/>
                    <a:pt x="385" y="20"/>
                  </a:cubicBezTo>
                  <a:cubicBezTo>
                    <a:pt x="387" y="36"/>
                    <a:pt x="391" y="52"/>
                    <a:pt x="394" y="68"/>
                  </a:cubicBezTo>
                  <a:cubicBezTo>
                    <a:pt x="397" y="83"/>
                    <a:pt x="400" y="98"/>
                    <a:pt x="403" y="114"/>
                  </a:cubicBezTo>
                  <a:cubicBezTo>
                    <a:pt x="408" y="134"/>
                    <a:pt x="412" y="155"/>
                    <a:pt x="421" y="174"/>
                  </a:cubicBezTo>
                  <a:cubicBezTo>
                    <a:pt x="430" y="193"/>
                    <a:pt x="435" y="214"/>
                    <a:pt x="443" y="233"/>
                  </a:cubicBezTo>
                  <a:cubicBezTo>
                    <a:pt x="452" y="254"/>
                    <a:pt x="462" y="275"/>
                    <a:pt x="473" y="295"/>
                  </a:cubicBezTo>
                  <a:cubicBezTo>
                    <a:pt x="487" y="323"/>
                    <a:pt x="501" y="351"/>
                    <a:pt x="516" y="378"/>
                  </a:cubicBezTo>
                  <a:cubicBezTo>
                    <a:pt x="529" y="401"/>
                    <a:pt x="544" y="423"/>
                    <a:pt x="559" y="445"/>
                  </a:cubicBezTo>
                  <a:cubicBezTo>
                    <a:pt x="573" y="466"/>
                    <a:pt x="588" y="486"/>
                    <a:pt x="603" y="507"/>
                  </a:cubicBezTo>
                  <a:cubicBezTo>
                    <a:pt x="614" y="522"/>
                    <a:pt x="627" y="538"/>
                    <a:pt x="640" y="553"/>
                  </a:cubicBezTo>
                  <a:cubicBezTo>
                    <a:pt x="663" y="579"/>
                    <a:pt x="686" y="606"/>
                    <a:pt x="710" y="632"/>
                  </a:cubicBezTo>
                  <a:cubicBezTo>
                    <a:pt x="737" y="662"/>
                    <a:pt x="766" y="691"/>
                    <a:pt x="795" y="720"/>
                  </a:cubicBezTo>
                  <a:cubicBezTo>
                    <a:pt x="799" y="724"/>
                    <a:pt x="805" y="727"/>
                    <a:pt x="809" y="732"/>
                  </a:cubicBezTo>
                  <a:cubicBezTo>
                    <a:pt x="816" y="738"/>
                    <a:pt x="815" y="747"/>
                    <a:pt x="807" y="752"/>
                  </a:cubicBezTo>
                  <a:cubicBezTo>
                    <a:pt x="790" y="763"/>
                    <a:pt x="773" y="773"/>
                    <a:pt x="755" y="783"/>
                  </a:cubicBezTo>
                  <a:cubicBezTo>
                    <a:pt x="742" y="791"/>
                    <a:pt x="729" y="799"/>
                    <a:pt x="715" y="806"/>
                  </a:cubicBezTo>
                  <a:cubicBezTo>
                    <a:pt x="701" y="813"/>
                    <a:pt x="686" y="819"/>
                    <a:pt x="671" y="825"/>
                  </a:cubicBezTo>
                  <a:cubicBezTo>
                    <a:pt x="654" y="832"/>
                    <a:pt x="637" y="839"/>
                    <a:pt x="620" y="844"/>
                  </a:cubicBezTo>
                  <a:cubicBezTo>
                    <a:pt x="597" y="852"/>
                    <a:pt x="574" y="858"/>
                    <a:pt x="551" y="864"/>
                  </a:cubicBezTo>
                  <a:cubicBezTo>
                    <a:pt x="537" y="868"/>
                    <a:pt x="522" y="872"/>
                    <a:pt x="507" y="875"/>
                  </a:cubicBezTo>
                  <a:cubicBezTo>
                    <a:pt x="498" y="877"/>
                    <a:pt x="490" y="878"/>
                    <a:pt x="481" y="879"/>
                  </a:cubicBezTo>
                  <a:cubicBezTo>
                    <a:pt x="474" y="880"/>
                    <a:pt x="466" y="882"/>
                    <a:pt x="459" y="883"/>
                  </a:cubicBezTo>
                  <a:cubicBezTo>
                    <a:pt x="459" y="882"/>
                    <a:pt x="459" y="882"/>
                    <a:pt x="459" y="882"/>
                  </a:cubicBezTo>
                  <a:close/>
                </a:path>
              </a:pathLst>
            </a:custGeom>
            <a:solidFill>
              <a:srgbClr val="0FF3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grpSp>
          <p:nvGrpSpPr>
            <p:cNvPr id="22" name="Group 10"/>
            <p:cNvGrpSpPr>
              <a:grpSpLocks noChangeAspect="1"/>
            </p:cNvGrpSpPr>
            <p:nvPr/>
          </p:nvGrpSpPr>
          <p:grpSpPr>
            <a:xfrm>
              <a:off x="2851604" y="3002927"/>
              <a:ext cx="396875" cy="396875"/>
              <a:chOff x="2989" y="1455"/>
              <a:chExt cx="250" cy="250"/>
            </a:xfrm>
            <a:solidFill>
              <a:schemeClr val="bg1"/>
            </a:solidFill>
          </p:grpSpPr>
          <p:sp>
            <p:nvSpPr>
              <p:cNvPr id="23" name="Freeform 12"/>
              <p:cNvSpPr/>
              <p:nvPr/>
            </p:nvSpPr>
            <p:spPr bwMode="auto">
              <a:xfrm>
                <a:off x="2989" y="1455"/>
                <a:ext cx="250" cy="250"/>
              </a:xfrm>
              <a:custGeom>
                <a:avLst/>
                <a:gdLst>
                  <a:gd name="T0" fmla="*/ 2620 w 3500"/>
                  <a:gd name="T1" fmla="*/ 0 h 3500"/>
                  <a:gd name="T2" fmla="*/ 2550 w 3500"/>
                  <a:gd name="T3" fmla="*/ 78 h 3500"/>
                  <a:gd name="T4" fmla="*/ 2469 w 3500"/>
                  <a:gd name="T5" fmla="*/ 213 h 3500"/>
                  <a:gd name="T6" fmla="*/ 389 w 3500"/>
                  <a:gd name="T7" fmla="*/ 369 h 3500"/>
                  <a:gd name="T8" fmla="*/ 372 w 3500"/>
                  <a:gd name="T9" fmla="*/ 380 h 3500"/>
                  <a:gd name="T10" fmla="*/ 369 w 3500"/>
                  <a:gd name="T11" fmla="*/ 3111 h 3500"/>
                  <a:gd name="T12" fmla="*/ 380 w 3500"/>
                  <a:gd name="T13" fmla="*/ 3128 h 3500"/>
                  <a:gd name="T14" fmla="*/ 3111 w 3500"/>
                  <a:gd name="T15" fmla="*/ 3131 h 3500"/>
                  <a:gd name="T16" fmla="*/ 3128 w 3500"/>
                  <a:gd name="T17" fmla="*/ 3120 h 3500"/>
                  <a:gd name="T18" fmla="*/ 3131 w 3500"/>
                  <a:gd name="T19" fmla="*/ 1503 h 3500"/>
                  <a:gd name="T20" fmla="*/ 3500 w 3500"/>
                  <a:gd name="T21" fmla="*/ 862 h 3500"/>
                  <a:gd name="T22" fmla="*/ 3497 w 3500"/>
                  <a:gd name="T23" fmla="*/ 3160 h 3500"/>
                  <a:gd name="T24" fmla="*/ 3473 w 3500"/>
                  <a:gd name="T25" fmla="*/ 3252 h 3500"/>
                  <a:gd name="T26" fmla="*/ 3430 w 3500"/>
                  <a:gd name="T27" fmla="*/ 3333 h 3500"/>
                  <a:gd name="T28" fmla="*/ 3370 w 3500"/>
                  <a:gd name="T29" fmla="*/ 3401 h 3500"/>
                  <a:gd name="T30" fmla="*/ 3294 w 3500"/>
                  <a:gd name="T31" fmla="*/ 3454 h 3500"/>
                  <a:gd name="T32" fmla="*/ 3207 w 3500"/>
                  <a:gd name="T33" fmla="*/ 3488 h 3500"/>
                  <a:gd name="T34" fmla="*/ 3111 w 3500"/>
                  <a:gd name="T35" fmla="*/ 3500 h 3500"/>
                  <a:gd name="T36" fmla="*/ 340 w 3500"/>
                  <a:gd name="T37" fmla="*/ 3497 h 3500"/>
                  <a:gd name="T38" fmla="*/ 248 w 3500"/>
                  <a:gd name="T39" fmla="*/ 3473 h 3500"/>
                  <a:gd name="T40" fmla="*/ 167 w 3500"/>
                  <a:gd name="T41" fmla="*/ 3430 h 3500"/>
                  <a:gd name="T42" fmla="*/ 99 w 3500"/>
                  <a:gd name="T43" fmla="*/ 3370 h 3500"/>
                  <a:gd name="T44" fmla="*/ 46 w 3500"/>
                  <a:gd name="T45" fmla="*/ 3294 h 3500"/>
                  <a:gd name="T46" fmla="*/ 12 w 3500"/>
                  <a:gd name="T47" fmla="*/ 3207 h 3500"/>
                  <a:gd name="T48" fmla="*/ 0 w 3500"/>
                  <a:gd name="T49" fmla="*/ 3111 h 3500"/>
                  <a:gd name="T50" fmla="*/ 3 w 3500"/>
                  <a:gd name="T51" fmla="*/ 340 h 3500"/>
                  <a:gd name="T52" fmla="*/ 27 w 3500"/>
                  <a:gd name="T53" fmla="*/ 248 h 3500"/>
                  <a:gd name="T54" fmla="*/ 70 w 3500"/>
                  <a:gd name="T55" fmla="*/ 167 h 3500"/>
                  <a:gd name="T56" fmla="*/ 130 w 3500"/>
                  <a:gd name="T57" fmla="*/ 99 h 3500"/>
                  <a:gd name="T58" fmla="*/ 206 w 3500"/>
                  <a:gd name="T59" fmla="*/ 46 h 3500"/>
                  <a:gd name="T60" fmla="*/ 293 w 3500"/>
                  <a:gd name="T61" fmla="*/ 12 h 3500"/>
                  <a:gd name="T62" fmla="*/ 389 w 3500"/>
                  <a:gd name="T63" fmla="*/ 0 h 3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500" h="3500">
                    <a:moveTo>
                      <a:pt x="389" y="0"/>
                    </a:moveTo>
                    <a:lnTo>
                      <a:pt x="2620" y="0"/>
                    </a:lnTo>
                    <a:lnTo>
                      <a:pt x="2583" y="37"/>
                    </a:lnTo>
                    <a:lnTo>
                      <a:pt x="2550" y="78"/>
                    </a:lnTo>
                    <a:lnTo>
                      <a:pt x="2521" y="123"/>
                    </a:lnTo>
                    <a:lnTo>
                      <a:pt x="2469" y="213"/>
                    </a:lnTo>
                    <a:lnTo>
                      <a:pt x="2378" y="369"/>
                    </a:lnTo>
                    <a:lnTo>
                      <a:pt x="389" y="369"/>
                    </a:lnTo>
                    <a:lnTo>
                      <a:pt x="380" y="372"/>
                    </a:lnTo>
                    <a:lnTo>
                      <a:pt x="372" y="380"/>
                    </a:lnTo>
                    <a:lnTo>
                      <a:pt x="369" y="389"/>
                    </a:lnTo>
                    <a:lnTo>
                      <a:pt x="369" y="3111"/>
                    </a:lnTo>
                    <a:lnTo>
                      <a:pt x="372" y="3120"/>
                    </a:lnTo>
                    <a:lnTo>
                      <a:pt x="380" y="3128"/>
                    </a:lnTo>
                    <a:lnTo>
                      <a:pt x="389" y="3131"/>
                    </a:lnTo>
                    <a:lnTo>
                      <a:pt x="3111" y="3131"/>
                    </a:lnTo>
                    <a:lnTo>
                      <a:pt x="3120" y="3128"/>
                    </a:lnTo>
                    <a:lnTo>
                      <a:pt x="3128" y="3120"/>
                    </a:lnTo>
                    <a:lnTo>
                      <a:pt x="3131" y="3111"/>
                    </a:lnTo>
                    <a:lnTo>
                      <a:pt x="3131" y="1503"/>
                    </a:lnTo>
                    <a:lnTo>
                      <a:pt x="3362" y="1101"/>
                    </a:lnTo>
                    <a:lnTo>
                      <a:pt x="3500" y="862"/>
                    </a:lnTo>
                    <a:lnTo>
                      <a:pt x="3500" y="3111"/>
                    </a:lnTo>
                    <a:lnTo>
                      <a:pt x="3497" y="3160"/>
                    </a:lnTo>
                    <a:lnTo>
                      <a:pt x="3488" y="3207"/>
                    </a:lnTo>
                    <a:lnTo>
                      <a:pt x="3473" y="3252"/>
                    </a:lnTo>
                    <a:lnTo>
                      <a:pt x="3454" y="3294"/>
                    </a:lnTo>
                    <a:lnTo>
                      <a:pt x="3430" y="3333"/>
                    </a:lnTo>
                    <a:lnTo>
                      <a:pt x="3401" y="3370"/>
                    </a:lnTo>
                    <a:lnTo>
                      <a:pt x="3370" y="3401"/>
                    </a:lnTo>
                    <a:lnTo>
                      <a:pt x="3333" y="3430"/>
                    </a:lnTo>
                    <a:lnTo>
                      <a:pt x="3294" y="3454"/>
                    </a:lnTo>
                    <a:lnTo>
                      <a:pt x="3252" y="3473"/>
                    </a:lnTo>
                    <a:lnTo>
                      <a:pt x="3207" y="3488"/>
                    </a:lnTo>
                    <a:lnTo>
                      <a:pt x="3160" y="3497"/>
                    </a:lnTo>
                    <a:lnTo>
                      <a:pt x="3111" y="3500"/>
                    </a:lnTo>
                    <a:lnTo>
                      <a:pt x="389" y="3500"/>
                    </a:lnTo>
                    <a:lnTo>
                      <a:pt x="340" y="3497"/>
                    </a:lnTo>
                    <a:lnTo>
                      <a:pt x="293" y="3488"/>
                    </a:lnTo>
                    <a:lnTo>
                      <a:pt x="248" y="3473"/>
                    </a:lnTo>
                    <a:lnTo>
                      <a:pt x="206" y="3454"/>
                    </a:lnTo>
                    <a:lnTo>
                      <a:pt x="167" y="3430"/>
                    </a:lnTo>
                    <a:lnTo>
                      <a:pt x="130" y="3401"/>
                    </a:lnTo>
                    <a:lnTo>
                      <a:pt x="99" y="3370"/>
                    </a:lnTo>
                    <a:lnTo>
                      <a:pt x="70" y="3333"/>
                    </a:lnTo>
                    <a:lnTo>
                      <a:pt x="46" y="3294"/>
                    </a:lnTo>
                    <a:lnTo>
                      <a:pt x="27" y="3252"/>
                    </a:lnTo>
                    <a:lnTo>
                      <a:pt x="12" y="3207"/>
                    </a:lnTo>
                    <a:lnTo>
                      <a:pt x="3" y="3160"/>
                    </a:lnTo>
                    <a:lnTo>
                      <a:pt x="0" y="3111"/>
                    </a:lnTo>
                    <a:lnTo>
                      <a:pt x="0" y="389"/>
                    </a:lnTo>
                    <a:lnTo>
                      <a:pt x="3" y="340"/>
                    </a:lnTo>
                    <a:lnTo>
                      <a:pt x="12" y="293"/>
                    </a:lnTo>
                    <a:lnTo>
                      <a:pt x="27" y="248"/>
                    </a:lnTo>
                    <a:lnTo>
                      <a:pt x="46" y="206"/>
                    </a:lnTo>
                    <a:lnTo>
                      <a:pt x="70" y="167"/>
                    </a:lnTo>
                    <a:lnTo>
                      <a:pt x="99" y="130"/>
                    </a:lnTo>
                    <a:lnTo>
                      <a:pt x="130" y="99"/>
                    </a:lnTo>
                    <a:lnTo>
                      <a:pt x="167" y="70"/>
                    </a:lnTo>
                    <a:lnTo>
                      <a:pt x="206" y="46"/>
                    </a:lnTo>
                    <a:lnTo>
                      <a:pt x="248" y="27"/>
                    </a:lnTo>
                    <a:lnTo>
                      <a:pt x="293" y="12"/>
                    </a:lnTo>
                    <a:lnTo>
                      <a:pt x="340" y="3"/>
                    </a:lnTo>
                    <a:lnTo>
                      <a:pt x="38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  <p:sp>
            <p:nvSpPr>
              <p:cNvPr id="24" name="Freeform 13"/>
              <p:cNvSpPr/>
              <p:nvPr/>
            </p:nvSpPr>
            <p:spPr bwMode="auto">
              <a:xfrm>
                <a:off x="3118" y="1494"/>
                <a:ext cx="99" cy="144"/>
              </a:xfrm>
              <a:custGeom>
                <a:avLst/>
                <a:gdLst>
                  <a:gd name="T0" fmla="*/ 744 w 1378"/>
                  <a:gd name="T1" fmla="*/ 0 h 2016"/>
                  <a:gd name="T2" fmla="*/ 1378 w 1378"/>
                  <a:gd name="T3" fmla="*/ 366 h 2016"/>
                  <a:gd name="T4" fmla="*/ 633 w 1378"/>
                  <a:gd name="T5" fmla="*/ 1657 h 2016"/>
                  <a:gd name="T6" fmla="*/ 3 w 1378"/>
                  <a:gd name="T7" fmla="*/ 2016 h 2016"/>
                  <a:gd name="T8" fmla="*/ 0 w 1378"/>
                  <a:gd name="T9" fmla="*/ 1291 h 2016"/>
                  <a:gd name="T10" fmla="*/ 744 w 1378"/>
                  <a:gd name="T11" fmla="*/ 0 h 20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8" h="2015">
                    <a:moveTo>
                      <a:pt x="744" y="0"/>
                    </a:moveTo>
                    <a:lnTo>
                      <a:pt x="1378" y="366"/>
                    </a:lnTo>
                    <a:lnTo>
                      <a:pt x="633" y="1657"/>
                    </a:lnTo>
                    <a:lnTo>
                      <a:pt x="3" y="2016"/>
                    </a:lnTo>
                    <a:lnTo>
                      <a:pt x="0" y="1291"/>
                    </a:lnTo>
                    <a:lnTo>
                      <a:pt x="74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  <p:sp>
            <p:nvSpPr>
              <p:cNvPr id="25" name="Freeform 14"/>
              <p:cNvSpPr/>
              <p:nvPr/>
            </p:nvSpPr>
            <p:spPr bwMode="auto">
              <a:xfrm>
                <a:off x="3178" y="1462"/>
                <a:ext cx="54" cy="48"/>
              </a:xfrm>
              <a:custGeom>
                <a:avLst/>
                <a:gdLst>
                  <a:gd name="T0" fmla="*/ 357 w 762"/>
                  <a:gd name="T1" fmla="*/ 0 h 671"/>
                  <a:gd name="T2" fmla="*/ 399 w 762"/>
                  <a:gd name="T3" fmla="*/ 1 h 671"/>
                  <a:gd name="T4" fmla="*/ 441 w 762"/>
                  <a:gd name="T5" fmla="*/ 7 h 671"/>
                  <a:gd name="T6" fmla="*/ 483 w 762"/>
                  <a:gd name="T7" fmla="*/ 18 h 671"/>
                  <a:gd name="T8" fmla="*/ 526 w 762"/>
                  <a:gd name="T9" fmla="*/ 34 h 671"/>
                  <a:gd name="T10" fmla="*/ 566 w 762"/>
                  <a:gd name="T11" fmla="*/ 55 h 671"/>
                  <a:gd name="T12" fmla="*/ 605 w 762"/>
                  <a:gd name="T13" fmla="*/ 80 h 671"/>
                  <a:gd name="T14" fmla="*/ 639 w 762"/>
                  <a:gd name="T15" fmla="*/ 108 h 671"/>
                  <a:gd name="T16" fmla="*/ 670 w 762"/>
                  <a:gd name="T17" fmla="*/ 140 h 671"/>
                  <a:gd name="T18" fmla="*/ 697 w 762"/>
                  <a:gd name="T19" fmla="*/ 172 h 671"/>
                  <a:gd name="T20" fmla="*/ 719 w 762"/>
                  <a:gd name="T21" fmla="*/ 209 h 671"/>
                  <a:gd name="T22" fmla="*/ 737 w 762"/>
                  <a:gd name="T23" fmla="*/ 246 h 671"/>
                  <a:gd name="T24" fmla="*/ 751 w 762"/>
                  <a:gd name="T25" fmla="*/ 284 h 671"/>
                  <a:gd name="T26" fmla="*/ 759 w 762"/>
                  <a:gd name="T27" fmla="*/ 322 h 671"/>
                  <a:gd name="T28" fmla="*/ 762 w 762"/>
                  <a:gd name="T29" fmla="*/ 361 h 671"/>
                  <a:gd name="T30" fmla="*/ 761 w 762"/>
                  <a:gd name="T31" fmla="*/ 400 h 671"/>
                  <a:gd name="T32" fmla="*/ 755 w 762"/>
                  <a:gd name="T33" fmla="*/ 439 h 671"/>
                  <a:gd name="T34" fmla="*/ 742 w 762"/>
                  <a:gd name="T35" fmla="*/ 476 h 671"/>
                  <a:gd name="T36" fmla="*/ 725 w 762"/>
                  <a:gd name="T37" fmla="*/ 512 h 671"/>
                  <a:gd name="T38" fmla="*/ 633 w 762"/>
                  <a:gd name="T39" fmla="*/ 671 h 671"/>
                  <a:gd name="T40" fmla="*/ 0 w 762"/>
                  <a:gd name="T41" fmla="*/ 305 h 671"/>
                  <a:gd name="T42" fmla="*/ 91 w 762"/>
                  <a:gd name="T43" fmla="*/ 146 h 671"/>
                  <a:gd name="T44" fmla="*/ 113 w 762"/>
                  <a:gd name="T45" fmla="*/ 113 h 671"/>
                  <a:gd name="T46" fmla="*/ 140 w 762"/>
                  <a:gd name="T47" fmla="*/ 84 h 671"/>
                  <a:gd name="T48" fmla="*/ 170 w 762"/>
                  <a:gd name="T49" fmla="*/ 59 h 671"/>
                  <a:gd name="T50" fmla="*/ 202 w 762"/>
                  <a:gd name="T51" fmla="*/ 39 h 671"/>
                  <a:gd name="T52" fmla="*/ 238 w 762"/>
                  <a:gd name="T53" fmla="*/ 22 h 671"/>
                  <a:gd name="T54" fmla="*/ 277 w 762"/>
                  <a:gd name="T55" fmla="*/ 10 h 671"/>
                  <a:gd name="T56" fmla="*/ 316 w 762"/>
                  <a:gd name="T57" fmla="*/ 3 h 671"/>
                  <a:gd name="T58" fmla="*/ 357 w 762"/>
                  <a:gd name="T59" fmla="*/ 0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62" h="671">
                    <a:moveTo>
                      <a:pt x="357" y="0"/>
                    </a:moveTo>
                    <a:lnTo>
                      <a:pt x="399" y="1"/>
                    </a:lnTo>
                    <a:lnTo>
                      <a:pt x="441" y="7"/>
                    </a:lnTo>
                    <a:lnTo>
                      <a:pt x="483" y="18"/>
                    </a:lnTo>
                    <a:lnTo>
                      <a:pt x="526" y="34"/>
                    </a:lnTo>
                    <a:lnTo>
                      <a:pt x="566" y="55"/>
                    </a:lnTo>
                    <a:lnTo>
                      <a:pt x="605" y="80"/>
                    </a:lnTo>
                    <a:lnTo>
                      <a:pt x="639" y="108"/>
                    </a:lnTo>
                    <a:lnTo>
                      <a:pt x="670" y="140"/>
                    </a:lnTo>
                    <a:lnTo>
                      <a:pt x="697" y="172"/>
                    </a:lnTo>
                    <a:lnTo>
                      <a:pt x="719" y="209"/>
                    </a:lnTo>
                    <a:lnTo>
                      <a:pt x="737" y="246"/>
                    </a:lnTo>
                    <a:lnTo>
                      <a:pt x="751" y="284"/>
                    </a:lnTo>
                    <a:lnTo>
                      <a:pt x="759" y="322"/>
                    </a:lnTo>
                    <a:lnTo>
                      <a:pt x="762" y="361"/>
                    </a:lnTo>
                    <a:lnTo>
                      <a:pt x="761" y="400"/>
                    </a:lnTo>
                    <a:lnTo>
                      <a:pt x="755" y="439"/>
                    </a:lnTo>
                    <a:lnTo>
                      <a:pt x="742" y="476"/>
                    </a:lnTo>
                    <a:lnTo>
                      <a:pt x="725" y="512"/>
                    </a:lnTo>
                    <a:lnTo>
                      <a:pt x="633" y="671"/>
                    </a:lnTo>
                    <a:lnTo>
                      <a:pt x="0" y="305"/>
                    </a:lnTo>
                    <a:lnTo>
                      <a:pt x="91" y="146"/>
                    </a:lnTo>
                    <a:lnTo>
                      <a:pt x="113" y="113"/>
                    </a:lnTo>
                    <a:lnTo>
                      <a:pt x="140" y="84"/>
                    </a:lnTo>
                    <a:lnTo>
                      <a:pt x="170" y="59"/>
                    </a:lnTo>
                    <a:lnTo>
                      <a:pt x="202" y="39"/>
                    </a:lnTo>
                    <a:lnTo>
                      <a:pt x="238" y="22"/>
                    </a:lnTo>
                    <a:lnTo>
                      <a:pt x="277" y="10"/>
                    </a:lnTo>
                    <a:lnTo>
                      <a:pt x="316" y="3"/>
                    </a:lnTo>
                    <a:lnTo>
                      <a:pt x="35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3413579" y="2039271"/>
            <a:ext cx="2085975" cy="2233613"/>
            <a:chOff x="3413579" y="1790968"/>
            <a:chExt cx="2085975" cy="2233613"/>
          </a:xfrm>
        </p:grpSpPr>
        <p:sp>
          <p:nvSpPr>
            <p:cNvPr id="27" name="Freeform 11"/>
            <p:cNvSpPr/>
            <p:nvPr/>
          </p:nvSpPr>
          <p:spPr bwMode="auto">
            <a:xfrm>
              <a:off x="3413579" y="1790968"/>
              <a:ext cx="2085975" cy="2233613"/>
            </a:xfrm>
            <a:custGeom>
              <a:avLst/>
              <a:gdLst>
                <a:gd name="T0" fmla="*/ 67 w 689"/>
                <a:gd name="T1" fmla="*/ 3 h 739"/>
                <a:gd name="T2" fmla="*/ 107 w 689"/>
                <a:gd name="T3" fmla="*/ 0 h 739"/>
                <a:gd name="T4" fmla="*/ 168 w 689"/>
                <a:gd name="T5" fmla="*/ 3 h 739"/>
                <a:gd name="T6" fmla="*/ 237 w 689"/>
                <a:gd name="T7" fmla="*/ 15 h 739"/>
                <a:gd name="T8" fmla="*/ 337 w 689"/>
                <a:gd name="T9" fmla="*/ 39 h 739"/>
                <a:gd name="T10" fmla="*/ 414 w 689"/>
                <a:gd name="T11" fmla="*/ 60 h 739"/>
                <a:gd name="T12" fmla="*/ 422 w 689"/>
                <a:gd name="T13" fmla="*/ 73 h 739"/>
                <a:gd name="T14" fmla="*/ 426 w 689"/>
                <a:gd name="T15" fmla="*/ 116 h 739"/>
                <a:gd name="T16" fmla="*/ 441 w 689"/>
                <a:gd name="T17" fmla="*/ 173 h 739"/>
                <a:gd name="T18" fmla="*/ 455 w 689"/>
                <a:gd name="T19" fmla="*/ 216 h 739"/>
                <a:gd name="T20" fmla="*/ 480 w 689"/>
                <a:gd name="T21" fmla="*/ 266 h 739"/>
                <a:gd name="T22" fmla="*/ 503 w 689"/>
                <a:gd name="T23" fmla="*/ 302 h 739"/>
                <a:gd name="T24" fmla="*/ 525 w 689"/>
                <a:gd name="T25" fmla="*/ 333 h 739"/>
                <a:gd name="T26" fmla="*/ 552 w 689"/>
                <a:gd name="T27" fmla="*/ 368 h 739"/>
                <a:gd name="T28" fmla="*/ 588 w 689"/>
                <a:gd name="T29" fmla="*/ 405 h 739"/>
                <a:gd name="T30" fmla="*/ 659 w 689"/>
                <a:gd name="T31" fmla="*/ 466 h 739"/>
                <a:gd name="T32" fmla="*/ 676 w 689"/>
                <a:gd name="T33" fmla="*/ 478 h 739"/>
                <a:gd name="T34" fmla="*/ 681 w 689"/>
                <a:gd name="T35" fmla="*/ 506 h 739"/>
                <a:gd name="T36" fmla="*/ 596 w 689"/>
                <a:gd name="T37" fmla="*/ 602 h 739"/>
                <a:gd name="T38" fmla="*/ 537 w 689"/>
                <a:gd name="T39" fmla="*/ 660 h 739"/>
                <a:gd name="T40" fmla="*/ 459 w 689"/>
                <a:gd name="T41" fmla="*/ 721 h 739"/>
                <a:gd name="T42" fmla="*/ 444 w 689"/>
                <a:gd name="T43" fmla="*/ 732 h 739"/>
                <a:gd name="T44" fmla="*/ 423 w 689"/>
                <a:gd name="T45" fmla="*/ 731 h 739"/>
                <a:gd name="T46" fmla="*/ 325 w 689"/>
                <a:gd name="T47" fmla="*/ 633 h 739"/>
                <a:gd name="T48" fmla="*/ 262 w 689"/>
                <a:gd name="T49" fmla="*/ 561 h 739"/>
                <a:gd name="T50" fmla="*/ 203 w 689"/>
                <a:gd name="T51" fmla="*/ 484 h 739"/>
                <a:gd name="T52" fmla="*/ 158 w 689"/>
                <a:gd name="T53" fmla="*/ 416 h 739"/>
                <a:gd name="T54" fmla="*/ 143 w 689"/>
                <a:gd name="T55" fmla="*/ 397 h 739"/>
                <a:gd name="T56" fmla="*/ 125 w 689"/>
                <a:gd name="T57" fmla="*/ 362 h 739"/>
                <a:gd name="T58" fmla="*/ 100 w 689"/>
                <a:gd name="T59" fmla="*/ 321 h 739"/>
                <a:gd name="T60" fmla="*/ 77 w 689"/>
                <a:gd name="T61" fmla="*/ 273 h 739"/>
                <a:gd name="T62" fmla="*/ 63 w 689"/>
                <a:gd name="T63" fmla="*/ 239 h 739"/>
                <a:gd name="T64" fmla="*/ 35 w 689"/>
                <a:gd name="T65" fmla="*/ 160 h 739"/>
                <a:gd name="T66" fmla="*/ 18 w 689"/>
                <a:gd name="T67" fmla="*/ 104 h 739"/>
                <a:gd name="T68" fmla="*/ 11 w 689"/>
                <a:gd name="T69" fmla="*/ 70 h 739"/>
                <a:gd name="T70" fmla="*/ 2 w 689"/>
                <a:gd name="T71" fmla="*/ 25 h 739"/>
                <a:gd name="T72" fmla="*/ 14 w 689"/>
                <a:gd name="T73" fmla="*/ 9 h 739"/>
                <a:gd name="T74" fmla="*/ 66 w 689"/>
                <a:gd name="T75" fmla="*/ 1 h 739"/>
                <a:gd name="T76" fmla="*/ 67 w 689"/>
                <a:gd name="T77" fmla="*/ 3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89" h="739">
                  <a:moveTo>
                    <a:pt x="67" y="3"/>
                  </a:moveTo>
                  <a:cubicBezTo>
                    <a:pt x="80" y="2"/>
                    <a:pt x="94" y="0"/>
                    <a:pt x="107" y="0"/>
                  </a:cubicBezTo>
                  <a:cubicBezTo>
                    <a:pt x="127" y="0"/>
                    <a:pt x="148" y="1"/>
                    <a:pt x="168" y="3"/>
                  </a:cubicBezTo>
                  <a:cubicBezTo>
                    <a:pt x="191" y="6"/>
                    <a:pt x="214" y="10"/>
                    <a:pt x="237" y="15"/>
                  </a:cubicBezTo>
                  <a:cubicBezTo>
                    <a:pt x="270" y="22"/>
                    <a:pt x="304" y="30"/>
                    <a:pt x="337" y="39"/>
                  </a:cubicBezTo>
                  <a:cubicBezTo>
                    <a:pt x="363" y="45"/>
                    <a:pt x="388" y="53"/>
                    <a:pt x="414" y="60"/>
                  </a:cubicBezTo>
                  <a:cubicBezTo>
                    <a:pt x="421" y="62"/>
                    <a:pt x="422" y="67"/>
                    <a:pt x="422" y="73"/>
                  </a:cubicBezTo>
                  <a:cubicBezTo>
                    <a:pt x="423" y="87"/>
                    <a:pt x="423" y="102"/>
                    <a:pt x="426" y="116"/>
                  </a:cubicBezTo>
                  <a:cubicBezTo>
                    <a:pt x="430" y="135"/>
                    <a:pt x="436" y="154"/>
                    <a:pt x="441" y="173"/>
                  </a:cubicBezTo>
                  <a:cubicBezTo>
                    <a:pt x="445" y="187"/>
                    <a:pt x="449" y="202"/>
                    <a:pt x="455" y="216"/>
                  </a:cubicBezTo>
                  <a:cubicBezTo>
                    <a:pt x="463" y="233"/>
                    <a:pt x="471" y="250"/>
                    <a:pt x="480" y="266"/>
                  </a:cubicBezTo>
                  <a:cubicBezTo>
                    <a:pt x="487" y="278"/>
                    <a:pt x="495" y="290"/>
                    <a:pt x="503" y="302"/>
                  </a:cubicBezTo>
                  <a:cubicBezTo>
                    <a:pt x="510" y="313"/>
                    <a:pt x="518" y="323"/>
                    <a:pt x="525" y="333"/>
                  </a:cubicBezTo>
                  <a:cubicBezTo>
                    <a:pt x="534" y="344"/>
                    <a:pt x="542" y="357"/>
                    <a:pt x="552" y="368"/>
                  </a:cubicBezTo>
                  <a:cubicBezTo>
                    <a:pt x="563" y="381"/>
                    <a:pt x="576" y="393"/>
                    <a:pt x="588" y="405"/>
                  </a:cubicBezTo>
                  <a:cubicBezTo>
                    <a:pt x="612" y="426"/>
                    <a:pt x="635" y="446"/>
                    <a:pt x="659" y="466"/>
                  </a:cubicBezTo>
                  <a:cubicBezTo>
                    <a:pt x="664" y="471"/>
                    <a:pt x="671" y="474"/>
                    <a:pt x="676" y="478"/>
                  </a:cubicBezTo>
                  <a:cubicBezTo>
                    <a:pt x="688" y="486"/>
                    <a:pt x="689" y="494"/>
                    <a:pt x="681" y="506"/>
                  </a:cubicBezTo>
                  <a:cubicBezTo>
                    <a:pt x="655" y="540"/>
                    <a:pt x="627" y="572"/>
                    <a:pt x="596" y="602"/>
                  </a:cubicBezTo>
                  <a:cubicBezTo>
                    <a:pt x="576" y="621"/>
                    <a:pt x="558" y="642"/>
                    <a:pt x="537" y="660"/>
                  </a:cubicBezTo>
                  <a:cubicBezTo>
                    <a:pt x="512" y="682"/>
                    <a:pt x="485" y="701"/>
                    <a:pt x="459" y="721"/>
                  </a:cubicBezTo>
                  <a:cubicBezTo>
                    <a:pt x="454" y="725"/>
                    <a:pt x="449" y="729"/>
                    <a:pt x="444" y="732"/>
                  </a:cubicBezTo>
                  <a:cubicBezTo>
                    <a:pt x="437" y="739"/>
                    <a:pt x="430" y="738"/>
                    <a:pt x="423" y="731"/>
                  </a:cubicBezTo>
                  <a:cubicBezTo>
                    <a:pt x="390" y="699"/>
                    <a:pt x="357" y="666"/>
                    <a:pt x="325" y="633"/>
                  </a:cubicBezTo>
                  <a:cubicBezTo>
                    <a:pt x="303" y="610"/>
                    <a:pt x="282" y="586"/>
                    <a:pt x="262" y="561"/>
                  </a:cubicBezTo>
                  <a:cubicBezTo>
                    <a:pt x="242" y="536"/>
                    <a:pt x="222" y="510"/>
                    <a:pt x="203" y="484"/>
                  </a:cubicBezTo>
                  <a:cubicBezTo>
                    <a:pt x="187" y="462"/>
                    <a:pt x="173" y="439"/>
                    <a:pt x="158" y="416"/>
                  </a:cubicBezTo>
                  <a:cubicBezTo>
                    <a:pt x="153" y="410"/>
                    <a:pt x="148" y="404"/>
                    <a:pt x="143" y="397"/>
                  </a:cubicBezTo>
                  <a:cubicBezTo>
                    <a:pt x="137" y="385"/>
                    <a:pt x="131" y="373"/>
                    <a:pt x="125" y="362"/>
                  </a:cubicBezTo>
                  <a:cubicBezTo>
                    <a:pt x="117" y="348"/>
                    <a:pt x="107" y="335"/>
                    <a:pt x="100" y="321"/>
                  </a:cubicBezTo>
                  <a:cubicBezTo>
                    <a:pt x="91" y="305"/>
                    <a:pt x="84" y="289"/>
                    <a:pt x="77" y="273"/>
                  </a:cubicBezTo>
                  <a:cubicBezTo>
                    <a:pt x="72" y="262"/>
                    <a:pt x="67" y="250"/>
                    <a:pt x="63" y="239"/>
                  </a:cubicBezTo>
                  <a:cubicBezTo>
                    <a:pt x="53" y="213"/>
                    <a:pt x="44" y="187"/>
                    <a:pt x="35" y="160"/>
                  </a:cubicBezTo>
                  <a:cubicBezTo>
                    <a:pt x="29" y="142"/>
                    <a:pt x="23" y="123"/>
                    <a:pt x="18" y="104"/>
                  </a:cubicBezTo>
                  <a:cubicBezTo>
                    <a:pt x="15" y="93"/>
                    <a:pt x="13" y="81"/>
                    <a:pt x="11" y="70"/>
                  </a:cubicBezTo>
                  <a:cubicBezTo>
                    <a:pt x="8" y="55"/>
                    <a:pt x="6" y="40"/>
                    <a:pt x="2" y="25"/>
                  </a:cubicBezTo>
                  <a:cubicBezTo>
                    <a:pt x="0" y="17"/>
                    <a:pt x="5" y="10"/>
                    <a:pt x="14" y="9"/>
                  </a:cubicBezTo>
                  <a:cubicBezTo>
                    <a:pt x="32" y="7"/>
                    <a:pt x="49" y="4"/>
                    <a:pt x="66" y="1"/>
                  </a:cubicBezTo>
                  <a:cubicBezTo>
                    <a:pt x="66" y="2"/>
                    <a:pt x="66" y="3"/>
                    <a:pt x="67" y="3"/>
                  </a:cubicBezTo>
                  <a:close/>
                </a:path>
              </a:pathLst>
            </a:custGeom>
            <a:solidFill>
              <a:srgbClr val="377F9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grpSp>
          <p:nvGrpSpPr>
            <p:cNvPr id="28" name="Group 17"/>
            <p:cNvGrpSpPr>
              <a:grpSpLocks noChangeAspect="1"/>
            </p:cNvGrpSpPr>
            <p:nvPr/>
          </p:nvGrpSpPr>
          <p:grpSpPr>
            <a:xfrm>
              <a:off x="4156829" y="2512389"/>
              <a:ext cx="293688" cy="490538"/>
              <a:chOff x="4703" y="1442"/>
              <a:chExt cx="185" cy="309"/>
            </a:xfrm>
            <a:solidFill>
              <a:schemeClr val="bg1"/>
            </a:solidFill>
          </p:grpSpPr>
          <p:sp>
            <p:nvSpPr>
              <p:cNvPr id="29" name="Freeform 19"/>
              <p:cNvSpPr/>
              <p:nvPr/>
            </p:nvSpPr>
            <p:spPr bwMode="auto">
              <a:xfrm>
                <a:off x="4785" y="1515"/>
                <a:ext cx="27" cy="55"/>
              </a:xfrm>
              <a:custGeom>
                <a:avLst/>
                <a:gdLst>
                  <a:gd name="T0" fmla="*/ 147 w 295"/>
                  <a:gd name="T1" fmla="*/ 0 h 598"/>
                  <a:gd name="T2" fmla="*/ 169 w 295"/>
                  <a:gd name="T3" fmla="*/ 3 h 598"/>
                  <a:gd name="T4" fmla="*/ 190 w 295"/>
                  <a:gd name="T5" fmla="*/ 13 h 598"/>
                  <a:gd name="T6" fmla="*/ 210 w 295"/>
                  <a:gd name="T7" fmla="*/ 29 h 598"/>
                  <a:gd name="T8" fmla="*/ 227 w 295"/>
                  <a:gd name="T9" fmla="*/ 49 h 598"/>
                  <a:gd name="T10" fmla="*/ 244 w 295"/>
                  <a:gd name="T11" fmla="*/ 74 h 598"/>
                  <a:gd name="T12" fmla="*/ 258 w 295"/>
                  <a:gd name="T13" fmla="*/ 102 h 598"/>
                  <a:gd name="T14" fmla="*/ 271 w 295"/>
                  <a:gd name="T15" fmla="*/ 136 h 598"/>
                  <a:gd name="T16" fmla="*/ 281 w 295"/>
                  <a:gd name="T17" fmla="*/ 173 h 598"/>
                  <a:gd name="T18" fmla="*/ 289 w 295"/>
                  <a:gd name="T19" fmla="*/ 212 h 598"/>
                  <a:gd name="T20" fmla="*/ 293 w 295"/>
                  <a:gd name="T21" fmla="*/ 255 h 598"/>
                  <a:gd name="T22" fmla="*/ 295 w 295"/>
                  <a:gd name="T23" fmla="*/ 299 h 598"/>
                  <a:gd name="T24" fmla="*/ 293 w 295"/>
                  <a:gd name="T25" fmla="*/ 343 h 598"/>
                  <a:gd name="T26" fmla="*/ 289 w 295"/>
                  <a:gd name="T27" fmla="*/ 386 h 598"/>
                  <a:gd name="T28" fmla="*/ 281 w 295"/>
                  <a:gd name="T29" fmla="*/ 425 h 598"/>
                  <a:gd name="T30" fmla="*/ 271 w 295"/>
                  <a:gd name="T31" fmla="*/ 462 h 598"/>
                  <a:gd name="T32" fmla="*/ 258 w 295"/>
                  <a:gd name="T33" fmla="*/ 496 h 598"/>
                  <a:gd name="T34" fmla="*/ 244 w 295"/>
                  <a:gd name="T35" fmla="*/ 525 h 598"/>
                  <a:gd name="T36" fmla="*/ 227 w 295"/>
                  <a:gd name="T37" fmla="*/ 551 h 598"/>
                  <a:gd name="T38" fmla="*/ 210 w 295"/>
                  <a:gd name="T39" fmla="*/ 571 h 598"/>
                  <a:gd name="T40" fmla="*/ 190 w 295"/>
                  <a:gd name="T41" fmla="*/ 585 h 598"/>
                  <a:gd name="T42" fmla="*/ 169 w 295"/>
                  <a:gd name="T43" fmla="*/ 595 h 598"/>
                  <a:gd name="T44" fmla="*/ 147 w 295"/>
                  <a:gd name="T45" fmla="*/ 598 h 598"/>
                  <a:gd name="T46" fmla="*/ 127 w 295"/>
                  <a:gd name="T47" fmla="*/ 595 h 598"/>
                  <a:gd name="T48" fmla="*/ 106 w 295"/>
                  <a:gd name="T49" fmla="*/ 585 h 598"/>
                  <a:gd name="T50" fmla="*/ 86 w 295"/>
                  <a:gd name="T51" fmla="*/ 571 h 598"/>
                  <a:gd name="T52" fmla="*/ 67 w 295"/>
                  <a:gd name="T53" fmla="*/ 551 h 598"/>
                  <a:gd name="T54" fmla="*/ 51 w 295"/>
                  <a:gd name="T55" fmla="*/ 525 h 598"/>
                  <a:gd name="T56" fmla="*/ 36 w 295"/>
                  <a:gd name="T57" fmla="*/ 496 h 598"/>
                  <a:gd name="T58" fmla="*/ 24 w 295"/>
                  <a:gd name="T59" fmla="*/ 462 h 598"/>
                  <a:gd name="T60" fmla="*/ 14 w 295"/>
                  <a:gd name="T61" fmla="*/ 425 h 598"/>
                  <a:gd name="T62" fmla="*/ 6 w 295"/>
                  <a:gd name="T63" fmla="*/ 386 h 598"/>
                  <a:gd name="T64" fmla="*/ 2 w 295"/>
                  <a:gd name="T65" fmla="*/ 343 h 598"/>
                  <a:gd name="T66" fmla="*/ 0 w 295"/>
                  <a:gd name="T67" fmla="*/ 299 h 598"/>
                  <a:gd name="T68" fmla="*/ 2 w 295"/>
                  <a:gd name="T69" fmla="*/ 255 h 598"/>
                  <a:gd name="T70" fmla="*/ 6 w 295"/>
                  <a:gd name="T71" fmla="*/ 212 h 598"/>
                  <a:gd name="T72" fmla="*/ 14 w 295"/>
                  <a:gd name="T73" fmla="*/ 173 h 598"/>
                  <a:gd name="T74" fmla="*/ 24 w 295"/>
                  <a:gd name="T75" fmla="*/ 136 h 598"/>
                  <a:gd name="T76" fmla="*/ 36 w 295"/>
                  <a:gd name="T77" fmla="*/ 102 h 598"/>
                  <a:gd name="T78" fmla="*/ 51 w 295"/>
                  <a:gd name="T79" fmla="*/ 74 h 598"/>
                  <a:gd name="T80" fmla="*/ 67 w 295"/>
                  <a:gd name="T81" fmla="*/ 49 h 598"/>
                  <a:gd name="T82" fmla="*/ 86 w 295"/>
                  <a:gd name="T83" fmla="*/ 29 h 598"/>
                  <a:gd name="T84" fmla="*/ 106 w 295"/>
                  <a:gd name="T85" fmla="*/ 13 h 598"/>
                  <a:gd name="T86" fmla="*/ 127 w 295"/>
                  <a:gd name="T87" fmla="*/ 3 h 598"/>
                  <a:gd name="T88" fmla="*/ 147 w 295"/>
                  <a:gd name="T89" fmla="*/ 0 h 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5" h="598">
                    <a:moveTo>
                      <a:pt x="147" y="0"/>
                    </a:moveTo>
                    <a:lnTo>
                      <a:pt x="169" y="3"/>
                    </a:lnTo>
                    <a:lnTo>
                      <a:pt x="190" y="13"/>
                    </a:lnTo>
                    <a:lnTo>
                      <a:pt x="210" y="29"/>
                    </a:lnTo>
                    <a:lnTo>
                      <a:pt x="227" y="49"/>
                    </a:lnTo>
                    <a:lnTo>
                      <a:pt x="244" y="74"/>
                    </a:lnTo>
                    <a:lnTo>
                      <a:pt x="258" y="102"/>
                    </a:lnTo>
                    <a:lnTo>
                      <a:pt x="271" y="136"/>
                    </a:lnTo>
                    <a:lnTo>
                      <a:pt x="281" y="173"/>
                    </a:lnTo>
                    <a:lnTo>
                      <a:pt x="289" y="212"/>
                    </a:lnTo>
                    <a:lnTo>
                      <a:pt x="293" y="255"/>
                    </a:lnTo>
                    <a:lnTo>
                      <a:pt x="295" y="299"/>
                    </a:lnTo>
                    <a:lnTo>
                      <a:pt x="293" y="343"/>
                    </a:lnTo>
                    <a:lnTo>
                      <a:pt x="289" y="386"/>
                    </a:lnTo>
                    <a:lnTo>
                      <a:pt x="281" y="425"/>
                    </a:lnTo>
                    <a:lnTo>
                      <a:pt x="271" y="462"/>
                    </a:lnTo>
                    <a:lnTo>
                      <a:pt x="258" y="496"/>
                    </a:lnTo>
                    <a:lnTo>
                      <a:pt x="244" y="525"/>
                    </a:lnTo>
                    <a:lnTo>
                      <a:pt x="227" y="551"/>
                    </a:lnTo>
                    <a:lnTo>
                      <a:pt x="210" y="571"/>
                    </a:lnTo>
                    <a:lnTo>
                      <a:pt x="190" y="585"/>
                    </a:lnTo>
                    <a:lnTo>
                      <a:pt x="169" y="595"/>
                    </a:lnTo>
                    <a:lnTo>
                      <a:pt x="147" y="598"/>
                    </a:lnTo>
                    <a:lnTo>
                      <a:pt x="127" y="595"/>
                    </a:lnTo>
                    <a:lnTo>
                      <a:pt x="106" y="585"/>
                    </a:lnTo>
                    <a:lnTo>
                      <a:pt x="86" y="571"/>
                    </a:lnTo>
                    <a:lnTo>
                      <a:pt x="67" y="551"/>
                    </a:lnTo>
                    <a:lnTo>
                      <a:pt x="51" y="525"/>
                    </a:lnTo>
                    <a:lnTo>
                      <a:pt x="36" y="496"/>
                    </a:lnTo>
                    <a:lnTo>
                      <a:pt x="24" y="462"/>
                    </a:lnTo>
                    <a:lnTo>
                      <a:pt x="14" y="425"/>
                    </a:lnTo>
                    <a:lnTo>
                      <a:pt x="6" y="386"/>
                    </a:lnTo>
                    <a:lnTo>
                      <a:pt x="2" y="343"/>
                    </a:lnTo>
                    <a:lnTo>
                      <a:pt x="0" y="299"/>
                    </a:lnTo>
                    <a:lnTo>
                      <a:pt x="2" y="255"/>
                    </a:lnTo>
                    <a:lnTo>
                      <a:pt x="6" y="212"/>
                    </a:lnTo>
                    <a:lnTo>
                      <a:pt x="14" y="173"/>
                    </a:lnTo>
                    <a:lnTo>
                      <a:pt x="24" y="136"/>
                    </a:lnTo>
                    <a:lnTo>
                      <a:pt x="36" y="102"/>
                    </a:lnTo>
                    <a:lnTo>
                      <a:pt x="51" y="74"/>
                    </a:lnTo>
                    <a:lnTo>
                      <a:pt x="67" y="49"/>
                    </a:lnTo>
                    <a:lnTo>
                      <a:pt x="86" y="29"/>
                    </a:lnTo>
                    <a:lnTo>
                      <a:pt x="106" y="13"/>
                    </a:lnTo>
                    <a:lnTo>
                      <a:pt x="127" y="3"/>
                    </a:lnTo>
                    <a:lnTo>
                      <a:pt x="1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4703" y="1442"/>
                <a:ext cx="103" cy="58"/>
              </a:xfrm>
              <a:custGeom>
                <a:avLst/>
                <a:gdLst>
                  <a:gd name="T0" fmla="*/ 146 w 1128"/>
                  <a:gd name="T1" fmla="*/ 0 h 646"/>
                  <a:gd name="T2" fmla="*/ 153 w 1128"/>
                  <a:gd name="T3" fmla="*/ 76 h 646"/>
                  <a:gd name="T4" fmla="*/ 170 w 1128"/>
                  <a:gd name="T5" fmla="*/ 134 h 646"/>
                  <a:gd name="T6" fmla="*/ 200 w 1128"/>
                  <a:gd name="T7" fmla="*/ 178 h 646"/>
                  <a:gd name="T8" fmla="*/ 244 w 1128"/>
                  <a:gd name="T9" fmla="*/ 209 h 646"/>
                  <a:gd name="T10" fmla="*/ 301 w 1128"/>
                  <a:gd name="T11" fmla="*/ 229 h 646"/>
                  <a:gd name="T12" fmla="*/ 374 w 1128"/>
                  <a:gd name="T13" fmla="*/ 240 h 646"/>
                  <a:gd name="T14" fmla="*/ 460 w 1128"/>
                  <a:gd name="T15" fmla="*/ 247 h 646"/>
                  <a:gd name="T16" fmla="*/ 563 w 1128"/>
                  <a:gd name="T17" fmla="*/ 248 h 646"/>
                  <a:gd name="T18" fmla="*/ 627 w 1128"/>
                  <a:gd name="T19" fmla="*/ 248 h 646"/>
                  <a:gd name="T20" fmla="*/ 693 w 1128"/>
                  <a:gd name="T21" fmla="*/ 250 h 646"/>
                  <a:gd name="T22" fmla="*/ 760 w 1128"/>
                  <a:gd name="T23" fmla="*/ 255 h 646"/>
                  <a:gd name="T24" fmla="*/ 826 w 1128"/>
                  <a:gd name="T25" fmla="*/ 265 h 646"/>
                  <a:gd name="T26" fmla="*/ 890 w 1128"/>
                  <a:gd name="T27" fmla="*/ 281 h 646"/>
                  <a:gd name="T28" fmla="*/ 949 w 1128"/>
                  <a:gd name="T29" fmla="*/ 304 h 646"/>
                  <a:gd name="T30" fmla="*/ 1002 w 1128"/>
                  <a:gd name="T31" fmla="*/ 338 h 646"/>
                  <a:gd name="T32" fmla="*/ 1048 w 1128"/>
                  <a:gd name="T33" fmla="*/ 382 h 646"/>
                  <a:gd name="T34" fmla="*/ 1086 w 1128"/>
                  <a:gd name="T35" fmla="*/ 439 h 646"/>
                  <a:gd name="T36" fmla="*/ 1111 w 1128"/>
                  <a:gd name="T37" fmla="*/ 510 h 646"/>
                  <a:gd name="T38" fmla="*/ 1126 w 1128"/>
                  <a:gd name="T39" fmla="*/ 597 h 646"/>
                  <a:gd name="T40" fmla="*/ 980 w 1128"/>
                  <a:gd name="T41" fmla="*/ 646 h 646"/>
                  <a:gd name="T42" fmla="*/ 974 w 1128"/>
                  <a:gd name="T43" fmla="*/ 570 h 646"/>
                  <a:gd name="T44" fmla="*/ 957 w 1128"/>
                  <a:gd name="T45" fmla="*/ 512 h 646"/>
                  <a:gd name="T46" fmla="*/ 927 w 1128"/>
                  <a:gd name="T47" fmla="*/ 468 h 646"/>
                  <a:gd name="T48" fmla="*/ 883 w 1128"/>
                  <a:gd name="T49" fmla="*/ 437 h 646"/>
                  <a:gd name="T50" fmla="*/ 826 w 1128"/>
                  <a:gd name="T51" fmla="*/ 417 h 646"/>
                  <a:gd name="T52" fmla="*/ 753 w 1128"/>
                  <a:gd name="T53" fmla="*/ 404 h 646"/>
                  <a:gd name="T54" fmla="*/ 666 w 1128"/>
                  <a:gd name="T55" fmla="*/ 399 h 646"/>
                  <a:gd name="T56" fmla="*/ 563 w 1128"/>
                  <a:gd name="T57" fmla="*/ 397 h 646"/>
                  <a:gd name="T58" fmla="*/ 500 w 1128"/>
                  <a:gd name="T59" fmla="*/ 397 h 646"/>
                  <a:gd name="T60" fmla="*/ 433 w 1128"/>
                  <a:gd name="T61" fmla="*/ 395 h 646"/>
                  <a:gd name="T62" fmla="*/ 367 w 1128"/>
                  <a:gd name="T63" fmla="*/ 391 h 646"/>
                  <a:gd name="T64" fmla="*/ 301 w 1128"/>
                  <a:gd name="T65" fmla="*/ 381 h 646"/>
                  <a:gd name="T66" fmla="*/ 238 w 1128"/>
                  <a:gd name="T67" fmla="*/ 365 h 646"/>
                  <a:gd name="T68" fmla="*/ 179 w 1128"/>
                  <a:gd name="T69" fmla="*/ 341 h 646"/>
                  <a:gd name="T70" fmla="*/ 125 w 1128"/>
                  <a:gd name="T71" fmla="*/ 308 h 646"/>
                  <a:gd name="T72" fmla="*/ 79 w 1128"/>
                  <a:gd name="T73" fmla="*/ 264 h 646"/>
                  <a:gd name="T74" fmla="*/ 42 w 1128"/>
                  <a:gd name="T75" fmla="*/ 207 h 646"/>
                  <a:gd name="T76" fmla="*/ 16 w 1128"/>
                  <a:gd name="T77" fmla="*/ 136 h 646"/>
                  <a:gd name="T78" fmla="*/ 2 w 1128"/>
                  <a:gd name="T79" fmla="*/ 49 h 646"/>
                  <a:gd name="T80" fmla="*/ 0 w 1128"/>
                  <a:gd name="T81" fmla="*/ 0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28" h="646">
                    <a:moveTo>
                      <a:pt x="0" y="0"/>
                    </a:moveTo>
                    <a:lnTo>
                      <a:pt x="146" y="0"/>
                    </a:lnTo>
                    <a:lnTo>
                      <a:pt x="149" y="40"/>
                    </a:lnTo>
                    <a:lnTo>
                      <a:pt x="153" y="76"/>
                    </a:lnTo>
                    <a:lnTo>
                      <a:pt x="160" y="106"/>
                    </a:lnTo>
                    <a:lnTo>
                      <a:pt x="170" y="134"/>
                    </a:lnTo>
                    <a:lnTo>
                      <a:pt x="184" y="158"/>
                    </a:lnTo>
                    <a:lnTo>
                      <a:pt x="200" y="178"/>
                    </a:lnTo>
                    <a:lnTo>
                      <a:pt x="221" y="195"/>
                    </a:lnTo>
                    <a:lnTo>
                      <a:pt x="244" y="209"/>
                    </a:lnTo>
                    <a:lnTo>
                      <a:pt x="271" y="220"/>
                    </a:lnTo>
                    <a:lnTo>
                      <a:pt x="301" y="229"/>
                    </a:lnTo>
                    <a:lnTo>
                      <a:pt x="336" y="236"/>
                    </a:lnTo>
                    <a:lnTo>
                      <a:pt x="374" y="240"/>
                    </a:lnTo>
                    <a:lnTo>
                      <a:pt x="416" y="245"/>
                    </a:lnTo>
                    <a:lnTo>
                      <a:pt x="460" y="247"/>
                    </a:lnTo>
                    <a:lnTo>
                      <a:pt x="510" y="248"/>
                    </a:lnTo>
                    <a:lnTo>
                      <a:pt x="563" y="248"/>
                    </a:lnTo>
                    <a:lnTo>
                      <a:pt x="595" y="248"/>
                    </a:lnTo>
                    <a:lnTo>
                      <a:pt x="627" y="248"/>
                    </a:lnTo>
                    <a:lnTo>
                      <a:pt x="660" y="249"/>
                    </a:lnTo>
                    <a:lnTo>
                      <a:pt x="693" y="250"/>
                    </a:lnTo>
                    <a:lnTo>
                      <a:pt x="727" y="252"/>
                    </a:lnTo>
                    <a:lnTo>
                      <a:pt x="760" y="255"/>
                    </a:lnTo>
                    <a:lnTo>
                      <a:pt x="794" y="259"/>
                    </a:lnTo>
                    <a:lnTo>
                      <a:pt x="826" y="265"/>
                    </a:lnTo>
                    <a:lnTo>
                      <a:pt x="858" y="272"/>
                    </a:lnTo>
                    <a:lnTo>
                      <a:pt x="890" y="281"/>
                    </a:lnTo>
                    <a:lnTo>
                      <a:pt x="920" y="291"/>
                    </a:lnTo>
                    <a:lnTo>
                      <a:pt x="949" y="304"/>
                    </a:lnTo>
                    <a:lnTo>
                      <a:pt x="976" y="320"/>
                    </a:lnTo>
                    <a:lnTo>
                      <a:pt x="1002" y="338"/>
                    </a:lnTo>
                    <a:lnTo>
                      <a:pt x="1026" y="359"/>
                    </a:lnTo>
                    <a:lnTo>
                      <a:pt x="1048" y="382"/>
                    </a:lnTo>
                    <a:lnTo>
                      <a:pt x="1068" y="408"/>
                    </a:lnTo>
                    <a:lnTo>
                      <a:pt x="1086" y="439"/>
                    </a:lnTo>
                    <a:lnTo>
                      <a:pt x="1100" y="472"/>
                    </a:lnTo>
                    <a:lnTo>
                      <a:pt x="1111" y="510"/>
                    </a:lnTo>
                    <a:lnTo>
                      <a:pt x="1121" y="551"/>
                    </a:lnTo>
                    <a:lnTo>
                      <a:pt x="1126" y="597"/>
                    </a:lnTo>
                    <a:lnTo>
                      <a:pt x="1128" y="646"/>
                    </a:lnTo>
                    <a:lnTo>
                      <a:pt x="980" y="646"/>
                    </a:lnTo>
                    <a:lnTo>
                      <a:pt x="979" y="606"/>
                    </a:lnTo>
                    <a:lnTo>
                      <a:pt x="974" y="570"/>
                    </a:lnTo>
                    <a:lnTo>
                      <a:pt x="967" y="539"/>
                    </a:lnTo>
                    <a:lnTo>
                      <a:pt x="957" y="512"/>
                    </a:lnTo>
                    <a:lnTo>
                      <a:pt x="943" y="489"/>
                    </a:lnTo>
                    <a:lnTo>
                      <a:pt x="927" y="468"/>
                    </a:lnTo>
                    <a:lnTo>
                      <a:pt x="906" y="451"/>
                    </a:lnTo>
                    <a:lnTo>
                      <a:pt x="883" y="437"/>
                    </a:lnTo>
                    <a:lnTo>
                      <a:pt x="856" y="425"/>
                    </a:lnTo>
                    <a:lnTo>
                      <a:pt x="826" y="417"/>
                    </a:lnTo>
                    <a:lnTo>
                      <a:pt x="792" y="410"/>
                    </a:lnTo>
                    <a:lnTo>
                      <a:pt x="753" y="404"/>
                    </a:lnTo>
                    <a:lnTo>
                      <a:pt x="712" y="401"/>
                    </a:lnTo>
                    <a:lnTo>
                      <a:pt x="666" y="399"/>
                    </a:lnTo>
                    <a:lnTo>
                      <a:pt x="617" y="398"/>
                    </a:lnTo>
                    <a:lnTo>
                      <a:pt x="563" y="397"/>
                    </a:lnTo>
                    <a:lnTo>
                      <a:pt x="532" y="397"/>
                    </a:lnTo>
                    <a:lnTo>
                      <a:pt x="500" y="397"/>
                    </a:lnTo>
                    <a:lnTo>
                      <a:pt x="466" y="397"/>
                    </a:lnTo>
                    <a:lnTo>
                      <a:pt x="433" y="395"/>
                    </a:lnTo>
                    <a:lnTo>
                      <a:pt x="400" y="394"/>
                    </a:lnTo>
                    <a:lnTo>
                      <a:pt x="367" y="391"/>
                    </a:lnTo>
                    <a:lnTo>
                      <a:pt x="333" y="386"/>
                    </a:lnTo>
                    <a:lnTo>
                      <a:pt x="301" y="381"/>
                    </a:lnTo>
                    <a:lnTo>
                      <a:pt x="269" y="374"/>
                    </a:lnTo>
                    <a:lnTo>
                      <a:pt x="238" y="365"/>
                    </a:lnTo>
                    <a:lnTo>
                      <a:pt x="208" y="354"/>
                    </a:lnTo>
                    <a:lnTo>
                      <a:pt x="179" y="341"/>
                    </a:lnTo>
                    <a:lnTo>
                      <a:pt x="151" y="326"/>
                    </a:lnTo>
                    <a:lnTo>
                      <a:pt x="125" y="308"/>
                    </a:lnTo>
                    <a:lnTo>
                      <a:pt x="101" y="287"/>
                    </a:lnTo>
                    <a:lnTo>
                      <a:pt x="79" y="264"/>
                    </a:lnTo>
                    <a:lnTo>
                      <a:pt x="59" y="237"/>
                    </a:lnTo>
                    <a:lnTo>
                      <a:pt x="42" y="207"/>
                    </a:lnTo>
                    <a:lnTo>
                      <a:pt x="27" y="173"/>
                    </a:lnTo>
                    <a:lnTo>
                      <a:pt x="16" y="136"/>
                    </a:lnTo>
                    <a:lnTo>
                      <a:pt x="7" y="95"/>
                    </a:lnTo>
                    <a:lnTo>
                      <a:pt x="2" y="4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4710" y="1500"/>
                <a:ext cx="178" cy="251"/>
              </a:xfrm>
              <a:custGeom>
                <a:avLst/>
                <a:gdLst>
                  <a:gd name="T0" fmla="*/ 696 w 1960"/>
                  <a:gd name="T1" fmla="*/ 45 h 2756"/>
                  <a:gd name="T2" fmla="*/ 685 w 1960"/>
                  <a:gd name="T3" fmla="*/ 139 h 2756"/>
                  <a:gd name="T4" fmla="*/ 688 w 1960"/>
                  <a:gd name="T5" fmla="*/ 837 h 2756"/>
                  <a:gd name="T6" fmla="*/ 707 w 1960"/>
                  <a:gd name="T7" fmla="*/ 928 h 2756"/>
                  <a:gd name="T8" fmla="*/ 744 w 1960"/>
                  <a:gd name="T9" fmla="*/ 1009 h 2756"/>
                  <a:gd name="T10" fmla="*/ 794 w 1960"/>
                  <a:gd name="T11" fmla="*/ 1076 h 2756"/>
                  <a:gd name="T12" fmla="*/ 856 w 1960"/>
                  <a:gd name="T13" fmla="*/ 1126 h 2756"/>
                  <a:gd name="T14" fmla="*/ 927 w 1960"/>
                  <a:gd name="T15" fmla="*/ 1154 h 2756"/>
                  <a:gd name="T16" fmla="*/ 925 w 1960"/>
                  <a:gd name="T17" fmla="*/ 1158 h 2756"/>
                  <a:gd name="T18" fmla="*/ 925 w 1960"/>
                  <a:gd name="T19" fmla="*/ 1683 h 2756"/>
                  <a:gd name="T20" fmla="*/ 936 w 1960"/>
                  <a:gd name="T21" fmla="*/ 1715 h 2756"/>
                  <a:gd name="T22" fmla="*/ 963 w 1960"/>
                  <a:gd name="T23" fmla="*/ 1735 h 2756"/>
                  <a:gd name="T24" fmla="*/ 997 w 1960"/>
                  <a:gd name="T25" fmla="*/ 1735 h 2756"/>
                  <a:gd name="T26" fmla="*/ 1024 w 1960"/>
                  <a:gd name="T27" fmla="*/ 1715 h 2756"/>
                  <a:gd name="T28" fmla="*/ 1034 w 1960"/>
                  <a:gd name="T29" fmla="*/ 1683 h 2756"/>
                  <a:gd name="T30" fmla="*/ 1033 w 1960"/>
                  <a:gd name="T31" fmla="*/ 1158 h 2756"/>
                  <a:gd name="T32" fmla="*/ 1032 w 1960"/>
                  <a:gd name="T33" fmla="*/ 1154 h 2756"/>
                  <a:gd name="T34" fmla="*/ 1104 w 1960"/>
                  <a:gd name="T35" fmla="*/ 1126 h 2756"/>
                  <a:gd name="T36" fmla="*/ 1165 w 1960"/>
                  <a:gd name="T37" fmla="*/ 1076 h 2756"/>
                  <a:gd name="T38" fmla="*/ 1216 w 1960"/>
                  <a:gd name="T39" fmla="*/ 1009 h 2756"/>
                  <a:gd name="T40" fmla="*/ 1253 w 1960"/>
                  <a:gd name="T41" fmla="*/ 928 h 2756"/>
                  <a:gd name="T42" fmla="*/ 1271 w 1960"/>
                  <a:gd name="T43" fmla="*/ 837 h 2756"/>
                  <a:gd name="T44" fmla="*/ 1274 w 1960"/>
                  <a:gd name="T45" fmla="*/ 139 h 2756"/>
                  <a:gd name="T46" fmla="*/ 1264 w 1960"/>
                  <a:gd name="T47" fmla="*/ 45 h 2756"/>
                  <a:gd name="T48" fmla="*/ 1322 w 1960"/>
                  <a:gd name="T49" fmla="*/ 22 h 2756"/>
                  <a:gd name="T50" fmla="*/ 1456 w 1960"/>
                  <a:gd name="T51" fmla="*/ 82 h 2756"/>
                  <a:gd name="T52" fmla="*/ 1578 w 1960"/>
                  <a:gd name="T53" fmla="*/ 160 h 2756"/>
                  <a:gd name="T54" fmla="*/ 1687 w 1960"/>
                  <a:gd name="T55" fmla="*/ 256 h 2756"/>
                  <a:gd name="T56" fmla="*/ 1779 w 1960"/>
                  <a:gd name="T57" fmla="*/ 367 h 2756"/>
                  <a:gd name="T58" fmla="*/ 1855 w 1960"/>
                  <a:gd name="T59" fmla="*/ 492 h 2756"/>
                  <a:gd name="T60" fmla="*/ 1912 w 1960"/>
                  <a:gd name="T61" fmla="*/ 628 h 2756"/>
                  <a:gd name="T62" fmla="*/ 1947 w 1960"/>
                  <a:gd name="T63" fmla="*/ 774 h 2756"/>
                  <a:gd name="T64" fmla="*/ 1960 w 1960"/>
                  <a:gd name="T65" fmla="*/ 927 h 2756"/>
                  <a:gd name="T66" fmla="*/ 1957 w 1960"/>
                  <a:gd name="T67" fmla="*/ 1872 h 2756"/>
                  <a:gd name="T68" fmla="*/ 1932 w 1960"/>
                  <a:gd name="T69" fmla="*/ 2024 h 2756"/>
                  <a:gd name="T70" fmla="*/ 1885 w 1960"/>
                  <a:gd name="T71" fmla="*/ 2166 h 2756"/>
                  <a:gd name="T72" fmla="*/ 1818 w 1960"/>
                  <a:gd name="T73" fmla="*/ 2300 h 2756"/>
                  <a:gd name="T74" fmla="*/ 1731 w 1960"/>
                  <a:gd name="T75" fmla="*/ 2419 h 2756"/>
                  <a:gd name="T76" fmla="*/ 1629 w 1960"/>
                  <a:gd name="T77" fmla="*/ 2524 h 2756"/>
                  <a:gd name="T78" fmla="*/ 1511 w 1960"/>
                  <a:gd name="T79" fmla="*/ 2611 h 2756"/>
                  <a:gd name="T80" fmla="*/ 1380 w 1960"/>
                  <a:gd name="T81" fmla="*/ 2680 h 2756"/>
                  <a:gd name="T82" fmla="*/ 1240 w 1960"/>
                  <a:gd name="T83" fmla="*/ 2727 h 2756"/>
                  <a:gd name="T84" fmla="*/ 1090 w 1960"/>
                  <a:gd name="T85" fmla="*/ 2753 h 2756"/>
                  <a:gd name="T86" fmla="*/ 946 w 1960"/>
                  <a:gd name="T87" fmla="*/ 2756 h 2756"/>
                  <a:gd name="T88" fmla="*/ 793 w 1960"/>
                  <a:gd name="T89" fmla="*/ 2743 h 2756"/>
                  <a:gd name="T90" fmla="*/ 648 w 1960"/>
                  <a:gd name="T91" fmla="*/ 2706 h 2756"/>
                  <a:gd name="T92" fmla="*/ 512 w 1960"/>
                  <a:gd name="T93" fmla="*/ 2648 h 2756"/>
                  <a:gd name="T94" fmla="*/ 388 w 1960"/>
                  <a:gd name="T95" fmla="*/ 2569 h 2756"/>
                  <a:gd name="T96" fmla="*/ 277 w 1960"/>
                  <a:gd name="T97" fmla="*/ 2473 h 2756"/>
                  <a:gd name="T98" fmla="*/ 183 w 1960"/>
                  <a:gd name="T99" fmla="*/ 2361 h 2756"/>
                  <a:gd name="T100" fmla="*/ 106 w 1960"/>
                  <a:gd name="T101" fmla="*/ 2234 h 2756"/>
                  <a:gd name="T102" fmla="*/ 48 w 1960"/>
                  <a:gd name="T103" fmla="*/ 2097 h 2756"/>
                  <a:gd name="T104" fmla="*/ 12 w 1960"/>
                  <a:gd name="T105" fmla="*/ 1949 h 2756"/>
                  <a:gd name="T106" fmla="*/ 0 w 1960"/>
                  <a:gd name="T107" fmla="*/ 1792 h 2756"/>
                  <a:gd name="T108" fmla="*/ 3 w 1960"/>
                  <a:gd name="T109" fmla="*/ 850 h 2756"/>
                  <a:gd name="T110" fmla="*/ 27 w 1960"/>
                  <a:gd name="T111" fmla="*/ 700 h 2756"/>
                  <a:gd name="T112" fmla="*/ 72 w 1960"/>
                  <a:gd name="T113" fmla="*/ 558 h 2756"/>
                  <a:gd name="T114" fmla="*/ 140 w 1960"/>
                  <a:gd name="T115" fmla="*/ 427 h 2756"/>
                  <a:gd name="T116" fmla="*/ 224 w 1960"/>
                  <a:gd name="T117" fmla="*/ 309 h 2756"/>
                  <a:gd name="T118" fmla="*/ 326 w 1960"/>
                  <a:gd name="T119" fmla="*/ 205 h 2756"/>
                  <a:gd name="T120" fmla="*/ 441 w 1960"/>
                  <a:gd name="T121" fmla="*/ 119 h 2756"/>
                  <a:gd name="T122" fmla="*/ 569 w 1960"/>
                  <a:gd name="T123" fmla="*/ 49 h 2756"/>
                  <a:gd name="T124" fmla="*/ 707 w 1960"/>
                  <a:gd name="T125" fmla="*/ 0 h 2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60" h="2756">
                    <a:moveTo>
                      <a:pt x="707" y="0"/>
                    </a:moveTo>
                    <a:lnTo>
                      <a:pt x="696" y="45"/>
                    </a:lnTo>
                    <a:lnTo>
                      <a:pt x="688" y="90"/>
                    </a:lnTo>
                    <a:lnTo>
                      <a:pt x="685" y="139"/>
                    </a:lnTo>
                    <a:lnTo>
                      <a:pt x="685" y="787"/>
                    </a:lnTo>
                    <a:lnTo>
                      <a:pt x="688" y="837"/>
                    </a:lnTo>
                    <a:lnTo>
                      <a:pt x="696" y="884"/>
                    </a:lnTo>
                    <a:lnTo>
                      <a:pt x="707" y="928"/>
                    </a:lnTo>
                    <a:lnTo>
                      <a:pt x="724" y="970"/>
                    </a:lnTo>
                    <a:lnTo>
                      <a:pt x="744" y="1009"/>
                    </a:lnTo>
                    <a:lnTo>
                      <a:pt x="767" y="1044"/>
                    </a:lnTo>
                    <a:lnTo>
                      <a:pt x="794" y="1076"/>
                    </a:lnTo>
                    <a:lnTo>
                      <a:pt x="823" y="1103"/>
                    </a:lnTo>
                    <a:lnTo>
                      <a:pt x="856" y="1126"/>
                    </a:lnTo>
                    <a:lnTo>
                      <a:pt x="890" y="1142"/>
                    </a:lnTo>
                    <a:lnTo>
                      <a:pt x="927" y="1154"/>
                    </a:lnTo>
                    <a:lnTo>
                      <a:pt x="926" y="1156"/>
                    </a:lnTo>
                    <a:lnTo>
                      <a:pt x="925" y="1158"/>
                    </a:lnTo>
                    <a:lnTo>
                      <a:pt x="925" y="1161"/>
                    </a:lnTo>
                    <a:lnTo>
                      <a:pt x="925" y="1683"/>
                    </a:lnTo>
                    <a:lnTo>
                      <a:pt x="928" y="1700"/>
                    </a:lnTo>
                    <a:lnTo>
                      <a:pt x="936" y="1715"/>
                    </a:lnTo>
                    <a:lnTo>
                      <a:pt x="947" y="1727"/>
                    </a:lnTo>
                    <a:lnTo>
                      <a:pt x="963" y="1735"/>
                    </a:lnTo>
                    <a:lnTo>
                      <a:pt x="979" y="1738"/>
                    </a:lnTo>
                    <a:lnTo>
                      <a:pt x="997" y="1735"/>
                    </a:lnTo>
                    <a:lnTo>
                      <a:pt x="1012" y="1728"/>
                    </a:lnTo>
                    <a:lnTo>
                      <a:pt x="1024" y="1715"/>
                    </a:lnTo>
                    <a:lnTo>
                      <a:pt x="1031" y="1700"/>
                    </a:lnTo>
                    <a:lnTo>
                      <a:pt x="1034" y="1683"/>
                    </a:lnTo>
                    <a:lnTo>
                      <a:pt x="1034" y="1161"/>
                    </a:lnTo>
                    <a:lnTo>
                      <a:pt x="1033" y="1158"/>
                    </a:lnTo>
                    <a:lnTo>
                      <a:pt x="1033" y="1156"/>
                    </a:lnTo>
                    <a:lnTo>
                      <a:pt x="1032" y="1154"/>
                    </a:lnTo>
                    <a:lnTo>
                      <a:pt x="1070" y="1142"/>
                    </a:lnTo>
                    <a:lnTo>
                      <a:pt x="1104" y="1126"/>
                    </a:lnTo>
                    <a:lnTo>
                      <a:pt x="1136" y="1103"/>
                    </a:lnTo>
                    <a:lnTo>
                      <a:pt x="1165" y="1076"/>
                    </a:lnTo>
                    <a:lnTo>
                      <a:pt x="1192" y="1044"/>
                    </a:lnTo>
                    <a:lnTo>
                      <a:pt x="1216" y="1009"/>
                    </a:lnTo>
                    <a:lnTo>
                      <a:pt x="1236" y="970"/>
                    </a:lnTo>
                    <a:lnTo>
                      <a:pt x="1253" y="928"/>
                    </a:lnTo>
                    <a:lnTo>
                      <a:pt x="1264" y="884"/>
                    </a:lnTo>
                    <a:lnTo>
                      <a:pt x="1271" y="837"/>
                    </a:lnTo>
                    <a:lnTo>
                      <a:pt x="1274" y="787"/>
                    </a:lnTo>
                    <a:lnTo>
                      <a:pt x="1274" y="139"/>
                    </a:lnTo>
                    <a:lnTo>
                      <a:pt x="1271" y="90"/>
                    </a:lnTo>
                    <a:lnTo>
                      <a:pt x="1264" y="45"/>
                    </a:lnTo>
                    <a:lnTo>
                      <a:pt x="1251" y="0"/>
                    </a:lnTo>
                    <a:lnTo>
                      <a:pt x="1322" y="22"/>
                    </a:lnTo>
                    <a:lnTo>
                      <a:pt x="1391" y="49"/>
                    </a:lnTo>
                    <a:lnTo>
                      <a:pt x="1456" y="82"/>
                    </a:lnTo>
                    <a:lnTo>
                      <a:pt x="1518" y="119"/>
                    </a:lnTo>
                    <a:lnTo>
                      <a:pt x="1578" y="160"/>
                    </a:lnTo>
                    <a:lnTo>
                      <a:pt x="1634" y="205"/>
                    </a:lnTo>
                    <a:lnTo>
                      <a:pt x="1687" y="256"/>
                    </a:lnTo>
                    <a:lnTo>
                      <a:pt x="1734" y="309"/>
                    </a:lnTo>
                    <a:lnTo>
                      <a:pt x="1779" y="367"/>
                    </a:lnTo>
                    <a:lnTo>
                      <a:pt x="1820" y="427"/>
                    </a:lnTo>
                    <a:lnTo>
                      <a:pt x="1855" y="492"/>
                    </a:lnTo>
                    <a:lnTo>
                      <a:pt x="1886" y="558"/>
                    </a:lnTo>
                    <a:lnTo>
                      <a:pt x="1912" y="628"/>
                    </a:lnTo>
                    <a:lnTo>
                      <a:pt x="1933" y="700"/>
                    </a:lnTo>
                    <a:lnTo>
                      <a:pt x="1947" y="774"/>
                    </a:lnTo>
                    <a:lnTo>
                      <a:pt x="1957" y="850"/>
                    </a:lnTo>
                    <a:lnTo>
                      <a:pt x="1960" y="927"/>
                    </a:lnTo>
                    <a:lnTo>
                      <a:pt x="1960" y="1792"/>
                    </a:lnTo>
                    <a:lnTo>
                      <a:pt x="1957" y="1872"/>
                    </a:lnTo>
                    <a:lnTo>
                      <a:pt x="1947" y="1949"/>
                    </a:lnTo>
                    <a:lnTo>
                      <a:pt x="1932" y="2024"/>
                    </a:lnTo>
                    <a:lnTo>
                      <a:pt x="1911" y="2097"/>
                    </a:lnTo>
                    <a:lnTo>
                      <a:pt x="1885" y="2166"/>
                    </a:lnTo>
                    <a:lnTo>
                      <a:pt x="1854" y="2234"/>
                    </a:lnTo>
                    <a:lnTo>
                      <a:pt x="1818" y="2300"/>
                    </a:lnTo>
                    <a:lnTo>
                      <a:pt x="1777" y="2361"/>
                    </a:lnTo>
                    <a:lnTo>
                      <a:pt x="1731" y="2419"/>
                    </a:lnTo>
                    <a:lnTo>
                      <a:pt x="1682" y="2473"/>
                    </a:lnTo>
                    <a:lnTo>
                      <a:pt x="1629" y="2524"/>
                    </a:lnTo>
                    <a:lnTo>
                      <a:pt x="1571" y="2569"/>
                    </a:lnTo>
                    <a:lnTo>
                      <a:pt x="1511" y="2611"/>
                    </a:lnTo>
                    <a:lnTo>
                      <a:pt x="1447" y="2648"/>
                    </a:lnTo>
                    <a:lnTo>
                      <a:pt x="1380" y="2680"/>
                    </a:lnTo>
                    <a:lnTo>
                      <a:pt x="1312" y="2706"/>
                    </a:lnTo>
                    <a:lnTo>
                      <a:pt x="1240" y="2727"/>
                    </a:lnTo>
                    <a:lnTo>
                      <a:pt x="1166" y="2743"/>
                    </a:lnTo>
                    <a:lnTo>
                      <a:pt x="1090" y="2753"/>
                    </a:lnTo>
                    <a:lnTo>
                      <a:pt x="1014" y="2756"/>
                    </a:lnTo>
                    <a:lnTo>
                      <a:pt x="946" y="2756"/>
                    </a:lnTo>
                    <a:lnTo>
                      <a:pt x="869" y="2753"/>
                    </a:lnTo>
                    <a:lnTo>
                      <a:pt x="793" y="2743"/>
                    </a:lnTo>
                    <a:lnTo>
                      <a:pt x="720" y="2727"/>
                    </a:lnTo>
                    <a:lnTo>
                      <a:pt x="648" y="2706"/>
                    </a:lnTo>
                    <a:lnTo>
                      <a:pt x="578" y="2680"/>
                    </a:lnTo>
                    <a:lnTo>
                      <a:pt x="512" y="2648"/>
                    </a:lnTo>
                    <a:lnTo>
                      <a:pt x="449" y="2611"/>
                    </a:lnTo>
                    <a:lnTo>
                      <a:pt x="388" y="2569"/>
                    </a:lnTo>
                    <a:lnTo>
                      <a:pt x="331" y="2524"/>
                    </a:lnTo>
                    <a:lnTo>
                      <a:pt x="277" y="2473"/>
                    </a:lnTo>
                    <a:lnTo>
                      <a:pt x="228" y="2419"/>
                    </a:lnTo>
                    <a:lnTo>
                      <a:pt x="183" y="2361"/>
                    </a:lnTo>
                    <a:lnTo>
                      <a:pt x="142" y="2300"/>
                    </a:lnTo>
                    <a:lnTo>
                      <a:pt x="106" y="2234"/>
                    </a:lnTo>
                    <a:lnTo>
                      <a:pt x="75" y="2166"/>
                    </a:lnTo>
                    <a:lnTo>
                      <a:pt x="48" y="2097"/>
                    </a:lnTo>
                    <a:lnTo>
                      <a:pt x="27" y="2024"/>
                    </a:lnTo>
                    <a:lnTo>
                      <a:pt x="12" y="1949"/>
                    </a:lnTo>
                    <a:lnTo>
                      <a:pt x="3" y="1872"/>
                    </a:lnTo>
                    <a:lnTo>
                      <a:pt x="0" y="1792"/>
                    </a:lnTo>
                    <a:lnTo>
                      <a:pt x="0" y="927"/>
                    </a:lnTo>
                    <a:lnTo>
                      <a:pt x="3" y="850"/>
                    </a:lnTo>
                    <a:lnTo>
                      <a:pt x="11" y="774"/>
                    </a:lnTo>
                    <a:lnTo>
                      <a:pt x="27" y="700"/>
                    </a:lnTo>
                    <a:lnTo>
                      <a:pt x="48" y="628"/>
                    </a:lnTo>
                    <a:lnTo>
                      <a:pt x="72" y="558"/>
                    </a:lnTo>
                    <a:lnTo>
                      <a:pt x="104" y="492"/>
                    </a:lnTo>
                    <a:lnTo>
                      <a:pt x="140" y="427"/>
                    </a:lnTo>
                    <a:lnTo>
                      <a:pt x="179" y="367"/>
                    </a:lnTo>
                    <a:lnTo>
                      <a:pt x="224" y="309"/>
                    </a:lnTo>
                    <a:lnTo>
                      <a:pt x="273" y="256"/>
                    </a:lnTo>
                    <a:lnTo>
                      <a:pt x="326" y="205"/>
                    </a:lnTo>
                    <a:lnTo>
                      <a:pt x="382" y="160"/>
                    </a:lnTo>
                    <a:lnTo>
                      <a:pt x="441" y="119"/>
                    </a:lnTo>
                    <a:lnTo>
                      <a:pt x="504" y="82"/>
                    </a:lnTo>
                    <a:lnTo>
                      <a:pt x="569" y="49"/>
                    </a:lnTo>
                    <a:lnTo>
                      <a:pt x="638" y="22"/>
                    </a:lnTo>
                    <a:lnTo>
                      <a:pt x="70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4755016" y="2163096"/>
            <a:ext cx="1468438" cy="1296988"/>
            <a:chOff x="4755016" y="1914793"/>
            <a:chExt cx="1468438" cy="1296988"/>
          </a:xfrm>
        </p:grpSpPr>
        <p:sp>
          <p:nvSpPr>
            <p:cNvPr id="33" name="Freeform 13"/>
            <p:cNvSpPr/>
            <p:nvPr/>
          </p:nvSpPr>
          <p:spPr bwMode="auto">
            <a:xfrm>
              <a:off x="4755016" y="1914793"/>
              <a:ext cx="1468438" cy="1296988"/>
            </a:xfrm>
            <a:custGeom>
              <a:avLst/>
              <a:gdLst>
                <a:gd name="T0" fmla="*/ 485 w 485"/>
                <a:gd name="T1" fmla="*/ 17 h 429"/>
                <a:gd name="T2" fmla="*/ 478 w 485"/>
                <a:gd name="T3" fmla="*/ 35 h 429"/>
                <a:gd name="T4" fmla="*/ 439 w 485"/>
                <a:gd name="T5" fmla="*/ 122 h 429"/>
                <a:gd name="T6" fmla="*/ 391 w 485"/>
                <a:gd name="T7" fmla="*/ 224 h 429"/>
                <a:gd name="T8" fmla="*/ 345 w 485"/>
                <a:gd name="T9" fmla="*/ 309 h 429"/>
                <a:gd name="T10" fmla="*/ 293 w 485"/>
                <a:gd name="T11" fmla="*/ 390 h 429"/>
                <a:gd name="T12" fmla="*/ 272 w 485"/>
                <a:gd name="T13" fmla="*/ 421 h 429"/>
                <a:gd name="T14" fmla="*/ 255 w 485"/>
                <a:gd name="T15" fmla="*/ 426 h 429"/>
                <a:gd name="T16" fmla="*/ 216 w 485"/>
                <a:gd name="T17" fmla="*/ 397 h 429"/>
                <a:gd name="T18" fmla="*/ 177 w 485"/>
                <a:gd name="T19" fmla="*/ 364 h 429"/>
                <a:gd name="T20" fmla="*/ 170 w 485"/>
                <a:gd name="T21" fmla="*/ 358 h 429"/>
                <a:gd name="T22" fmla="*/ 124 w 485"/>
                <a:gd name="T23" fmla="*/ 309 h 429"/>
                <a:gd name="T24" fmla="*/ 78 w 485"/>
                <a:gd name="T25" fmla="*/ 248 h 429"/>
                <a:gd name="T26" fmla="*/ 41 w 485"/>
                <a:gd name="T27" fmla="*/ 187 h 429"/>
                <a:gd name="T28" fmla="*/ 9 w 485"/>
                <a:gd name="T29" fmla="*/ 98 h 429"/>
                <a:gd name="T30" fmla="*/ 3 w 485"/>
                <a:gd name="T31" fmla="*/ 58 h 429"/>
                <a:gd name="T32" fmla="*/ 0 w 485"/>
                <a:gd name="T33" fmla="*/ 41 h 429"/>
                <a:gd name="T34" fmla="*/ 16 w 485"/>
                <a:gd name="T35" fmla="*/ 30 h 429"/>
                <a:gd name="T36" fmla="*/ 62 w 485"/>
                <a:gd name="T37" fmla="*/ 40 h 429"/>
                <a:gd name="T38" fmla="*/ 110 w 485"/>
                <a:gd name="T39" fmla="*/ 51 h 429"/>
                <a:gd name="T40" fmla="*/ 141 w 485"/>
                <a:gd name="T41" fmla="*/ 55 h 429"/>
                <a:gd name="T42" fmla="*/ 244 w 485"/>
                <a:gd name="T43" fmla="*/ 57 h 429"/>
                <a:gd name="T44" fmla="*/ 302 w 485"/>
                <a:gd name="T45" fmla="*/ 50 h 429"/>
                <a:gd name="T46" fmla="*/ 393 w 485"/>
                <a:gd name="T47" fmla="*/ 17 h 429"/>
                <a:gd name="T48" fmla="*/ 430 w 485"/>
                <a:gd name="T49" fmla="*/ 2 h 429"/>
                <a:gd name="T50" fmla="*/ 454 w 485"/>
                <a:gd name="T51" fmla="*/ 3 h 429"/>
                <a:gd name="T52" fmla="*/ 477 w 485"/>
                <a:gd name="T53" fmla="*/ 10 h 429"/>
                <a:gd name="T54" fmla="*/ 485 w 485"/>
                <a:gd name="T55" fmla="*/ 17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85" h="429">
                  <a:moveTo>
                    <a:pt x="485" y="17"/>
                  </a:moveTo>
                  <a:cubicBezTo>
                    <a:pt x="482" y="24"/>
                    <a:pt x="481" y="30"/>
                    <a:pt x="478" y="35"/>
                  </a:cubicBezTo>
                  <a:cubicBezTo>
                    <a:pt x="465" y="64"/>
                    <a:pt x="452" y="93"/>
                    <a:pt x="439" y="122"/>
                  </a:cubicBezTo>
                  <a:cubicBezTo>
                    <a:pt x="423" y="156"/>
                    <a:pt x="408" y="191"/>
                    <a:pt x="391" y="224"/>
                  </a:cubicBezTo>
                  <a:cubicBezTo>
                    <a:pt x="376" y="253"/>
                    <a:pt x="361" y="281"/>
                    <a:pt x="345" y="309"/>
                  </a:cubicBezTo>
                  <a:cubicBezTo>
                    <a:pt x="328" y="336"/>
                    <a:pt x="311" y="363"/>
                    <a:pt x="293" y="390"/>
                  </a:cubicBezTo>
                  <a:cubicBezTo>
                    <a:pt x="286" y="401"/>
                    <a:pt x="279" y="411"/>
                    <a:pt x="272" y="421"/>
                  </a:cubicBezTo>
                  <a:cubicBezTo>
                    <a:pt x="267" y="427"/>
                    <a:pt x="262" y="429"/>
                    <a:pt x="255" y="426"/>
                  </a:cubicBezTo>
                  <a:cubicBezTo>
                    <a:pt x="241" y="418"/>
                    <a:pt x="228" y="409"/>
                    <a:pt x="216" y="397"/>
                  </a:cubicBezTo>
                  <a:cubicBezTo>
                    <a:pt x="205" y="384"/>
                    <a:pt x="190" y="375"/>
                    <a:pt x="177" y="364"/>
                  </a:cubicBezTo>
                  <a:cubicBezTo>
                    <a:pt x="175" y="362"/>
                    <a:pt x="172" y="360"/>
                    <a:pt x="170" y="358"/>
                  </a:cubicBezTo>
                  <a:cubicBezTo>
                    <a:pt x="154" y="342"/>
                    <a:pt x="138" y="326"/>
                    <a:pt x="124" y="309"/>
                  </a:cubicBezTo>
                  <a:cubicBezTo>
                    <a:pt x="108" y="289"/>
                    <a:pt x="92" y="269"/>
                    <a:pt x="78" y="248"/>
                  </a:cubicBezTo>
                  <a:cubicBezTo>
                    <a:pt x="64" y="228"/>
                    <a:pt x="51" y="208"/>
                    <a:pt x="41" y="187"/>
                  </a:cubicBezTo>
                  <a:cubicBezTo>
                    <a:pt x="28" y="158"/>
                    <a:pt x="14" y="129"/>
                    <a:pt x="9" y="98"/>
                  </a:cubicBezTo>
                  <a:cubicBezTo>
                    <a:pt x="7" y="84"/>
                    <a:pt x="5" y="71"/>
                    <a:pt x="3" y="58"/>
                  </a:cubicBezTo>
                  <a:cubicBezTo>
                    <a:pt x="2" y="52"/>
                    <a:pt x="0" y="47"/>
                    <a:pt x="0" y="41"/>
                  </a:cubicBezTo>
                  <a:cubicBezTo>
                    <a:pt x="0" y="31"/>
                    <a:pt x="6" y="27"/>
                    <a:pt x="16" y="30"/>
                  </a:cubicBezTo>
                  <a:cubicBezTo>
                    <a:pt x="31" y="34"/>
                    <a:pt x="47" y="36"/>
                    <a:pt x="62" y="40"/>
                  </a:cubicBezTo>
                  <a:cubicBezTo>
                    <a:pt x="78" y="44"/>
                    <a:pt x="94" y="48"/>
                    <a:pt x="110" y="51"/>
                  </a:cubicBezTo>
                  <a:cubicBezTo>
                    <a:pt x="120" y="53"/>
                    <a:pt x="131" y="54"/>
                    <a:pt x="141" y="55"/>
                  </a:cubicBezTo>
                  <a:cubicBezTo>
                    <a:pt x="175" y="56"/>
                    <a:pt x="210" y="58"/>
                    <a:pt x="244" y="57"/>
                  </a:cubicBezTo>
                  <a:cubicBezTo>
                    <a:pt x="263" y="57"/>
                    <a:pt x="283" y="52"/>
                    <a:pt x="302" y="50"/>
                  </a:cubicBezTo>
                  <a:cubicBezTo>
                    <a:pt x="335" y="46"/>
                    <a:pt x="363" y="28"/>
                    <a:pt x="393" y="17"/>
                  </a:cubicBezTo>
                  <a:cubicBezTo>
                    <a:pt x="406" y="13"/>
                    <a:pt x="418" y="6"/>
                    <a:pt x="430" y="2"/>
                  </a:cubicBezTo>
                  <a:cubicBezTo>
                    <a:pt x="438" y="0"/>
                    <a:pt x="446" y="2"/>
                    <a:pt x="454" y="3"/>
                  </a:cubicBezTo>
                  <a:cubicBezTo>
                    <a:pt x="462" y="5"/>
                    <a:pt x="469" y="7"/>
                    <a:pt x="477" y="10"/>
                  </a:cubicBezTo>
                  <a:cubicBezTo>
                    <a:pt x="480" y="12"/>
                    <a:pt x="482" y="15"/>
                    <a:pt x="485" y="17"/>
                  </a:cubicBezTo>
                  <a:close/>
                </a:path>
              </a:pathLst>
            </a:custGeom>
            <a:solidFill>
              <a:srgbClr val="0FF3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grpSp>
          <p:nvGrpSpPr>
            <p:cNvPr id="34" name="Group 24"/>
            <p:cNvGrpSpPr>
              <a:grpSpLocks noChangeAspect="1"/>
            </p:cNvGrpSpPr>
            <p:nvPr/>
          </p:nvGrpSpPr>
          <p:grpSpPr>
            <a:xfrm>
              <a:off x="5323769" y="2282203"/>
              <a:ext cx="431800" cy="433387"/>
              <a:chOff x="6350" y="1467"/>
              <a:chExt cx="272" cy="273"/>
            </a:xfrm>
            <a:solidFill>
              <a:schemeClr val="bg1"/>
            </a:solidFill>
          </p:grpSpPr>
          <p:sp>
            <p:nvSpPr>
              <p:cNvPr id="35" name="Freeform 26"/>
              <p:cNvSpPr/>
              <p:nvPr/>
            </p:nvSpPr>
            <p:spPr bwMode="auto">
              <a:xfrm>
                <a:off x="6350" y="1467"/>
                <a:ext cx="272" cy="273"/>
              </a:xfrm>
              <a:custGeom>
                <a:avLst/>
                <a:gdLst>
                  <a:gd name="T0" fmla="*/ 379 w 3536"/>
                  <a:gd name="T1" fmla="*/ 13 h 3549"/>
                  <a:gd name="T2" fmla="*/ 489 w 3536"/>
                  <a:gd name="T3" fmla="*/ 72 h 3549"/>
                  <a:gd name="T4" fmla="*/ 563 w 3536"/>
                  <a:gd name="T5" fmla="*/ 171 h 3549"/>
                  <a:gd name="T6" fmla="*/ 589 w 3536"/>
                  <a:gd name="T7" fmla="*/ 296 h 3549"/>
                  <a:gd name="T8" fmla="*/ 618 w 3536"/>
                  <a:gd name="T9" fmla="*/ 555 h 3549"/>
                  <a:gd name="T10" fmla="*/ 699 w 3536"/>
                  <a:gd name="T11" fmla="*/ 794 h 3549"/>
                  <a:gd name="T12" fmla="*/ 827 w 3536"/>
                  <a:gd name="T13" fmla="*/ 1008 h 3549"/>
                  <a:gd name="T14" fmla="*/ 995 w 3536"/>
                  <a:gd name="T15" fmla="*/ 1188 h 3549"/>
                  <a:gd name="T16" fmla="*/ 1198 w 3536"/>
                  <a:gd name="T17" fmla="*/ 1331 h 3549"/>
                  <a:gd name="T18" fmla="*/ 1428 w 3536"/>
                  <a:gd name="T19" fmla="*/ 1428 h 3549"/>
                  <a:gd name="T20" fmla="*/ 1680 w 3536"/>
                  <a:gd name="T21" fmla="*/ 1476 h 3549"/>
                  <a:gd name="T22" fmla="*/ 1981 w 3536"/>
                  <a:gd name="T23" fmla="*/ 1492 h 3549"/>
                  <a:gd name="T24" fmla="*/ 2287 w 3536"/>
                  <a:gd name="T25" fmla="*/ 1557 h 3549"/>
                  <a:gd name="T26" fmla="*/ 2571 w 3536"/>
                  <a:gd name="T27" fmla="*/ 1672 h 3549"/>
                  <a:gd name="T28" fmla="*/ 2828 w 3536"/>
                  <a:gd name="T29" fmla="*/ 1834 h 3549"/>
                  <a:gd name="T30" fmla="*/ 3053 w 3536"/>
                  <a:gd name="T31" fmla="*/ 2035 h 3549"/>
                  <a:gd name="T32" fmla="*/ 3240 w 3536"/>
                  <a:gd name="T33" fmla="*/ 2272 h 3549"/>
                  <a:gd name="T34" fmla="*/ 3387 w 3536"/>
                  <a:gd name="T35" fmla="*/ 2540 h 3549"/>
                  <a:gd name="T36" fmla="*/ 3486 w 3536"/>
                  <a:gd name="T37" fmla="*/ 2833 h 3549"/>
                  <a:gd name="T38" fmla="*/ 3533 w 3536"/>
                  <a:gd name="T39" fmla="*/ 3146 h 3549"/>
                  <a:gd name="T40" fmla="*/ 3523 w 3536"/>
                  <a:gd name="T41" fmla="*/ 3338 h 3549"/>
                  <a:gd name="T42" fmla="*/ 3464 w 3536"/>
                  <a:gd name="T43" fmla="*/ 3447 h 3549"/>
                  <a:gd name="T44" fmla="*/ 3366 w 3536"/>
                  <a:gd name="T45" fmla="*/ 3521 h 3549"/>
                  <a:gd name="T46" fmla="*/ 3241 w 3536"/>
                  <a:gd name="T47" fmla="*/ 3549 h 3549"/>
                  <a:gd name="T48" fmla="*/ 3117 w 3536"/>
                  <a:gd name="T49" fmla="*/ 3521 h 3549"/>
                  <a:gd name="T50" fmla="*/ 3018 w 3536"/>
                  <a:gd name="T51" fmla="*/ 3447 h 3549"/>
                  <a:gd name="T52" fmla="*/ 2960 w 3536"/>
                  <a:gd name="T53" fmla="*/ 3338 h 3549"/>
                  <a:gd name="T54" fmla="*/ 2943 w 3536"/>
                  <a:gd name="T55" fmla="*/ 3165 h 3549"/>
                  <a:gd name="T56" fmla="*/ 2896 w 3536"/>
                  <a:gd name="T57" fmla="*/ 2912 h 3549"/>
                  <a:gd name="T58" fmla="*/ 2799 w 3536"/>
                  <a:gd name="T59" fmla="*/ 2681 h 3549"/>
                  <a:gd name="T60" fmla="*/ 2657 w 3536"/>
                  <a:gd name="T61" fmla="*/ 2478 h 3549"/>
                  <a:gd name="T62" fmla="*/ 2477 w 3536"/>
                  <a:gd name="T63" fmla="*/ 2309 h 3549"/>
                  <a:gd name="T64" fmla="*/ 2264 w 3536"/>
                  <a:gd name="T65" fmla="*/ 2180 h 3549"/>
                  <a:gd name="T66" fmla="*/ 2026 w 3536"/>
                  <a:gd name="T67" fmla="*/ 2098 h 3549"/>
                  <a:gd name="T68" fmla="*/ 1768 w 3536"/>
                  <a:gd name="T69" fmla="*/ 2070 h 3549"/>
                  <a:gd name="T70" fmla="*/ 1451 w 3536"/>
                  <a:gd name="T71" fmla="*/ 2041 h 3549"/>
                  <a:gd name="T72" fmla="*/ 1152 w 3536"/>
                  <a:gd name="T73" fmla="*/ 1959 h 3549"/>
                  <a:gd name="T74" fmla="*/ 876 w 3536"/>
                  <a:gd name="T75" fmla="*/ 1827 h 3549"/>
                  <a:gd name="T76" fmla="*/ 630 w 3536"/>
                  <a:gd name="T77" fmla="*/ 1652 h 3549"/>
                  <a:gd name="T78" fmla="*/ 417 w 3536"/>
                  <a:gd name="T79" fmla="*/ 1438 h 3549"/>
                  <a:gd name="T80" fmla="*/ 242 w 3536"/>
                  <a:gd name="T81" fmla="*/ 1191 h 3549"/>
                  <a:gd name="T82" fmla="*/ 110 w 3536"/>
                  <a:gd name="T83" fmla="*/ 914 h 3549"/>
                  <a:gd name="T84" fmla="*/ 29 w 3536"/>
                  <a:gd name="T85" fmla="*/ 614 h 3549"/>
                  <a:gd name="T86" fmla="*/ 0 w 3536"/>
                  <a:gd name="T87" fmla="*/ 296 h 3549"/>
                  <a:gd name="T88" fmla="*/ 28 w 3536"/>
                  <a:gd name="T89" fmla="*/ 171 h 3549"/>
                  <a:gd name="T90" fmla="*/ 102 w 3536"/>
                  <a:gd name="T91" fmla="*/ 72 h 3549"/>
                  <a:gd name="T92" fmla="*/ 210 w 3536"/>
                  <a:gd name="T93" fmla="*/ 13 h 3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536" h="3549">
                    <a:moveTo>
                      <a:pt x="295" y="0"/>
                    </a:moveTo>
                    <a:lnTo>
                      <a:pt x="339" y="3"/>
                    </a:lnTo>
                    <a:lnTo>
                      <a:pt x="379" y="13"/>
                    </a:lnTo>
                    <a:lnTo>
                      <a:pt x="419" y="28"/>
                    </a:lnTo>
                    <a:lnTo>
                      <a:pt x="455" y="47"/>
                    </a:lnTo>
                    <a:lnTo>
                      <a:pt x="489" y="72"/>
                    </a:lnTo>
                    <a:lnTo>
                      <a:pt x="518" y="102"/>
                    </a:lnTo>
                    <a:lnTo>
                      <a:pt x="542" y="134"/>
                    </a:lnTo>
                    <a:lnTo>
                      <a:pt x="563" y="171"/>
                    </a:lnTo>
                    <a:lnTo>
                      <a:pt x="576" y="211"/>
                    </a:lnTo>
                    <a:lnTo>
                      <a:pt x="586" y="252"/>
                    </a:lnTo>
                    <a:lnTo>
                      <a:pt x="589" y="296"/>
                    </a:lnTo>
                    <a:lnTo>
                      <a:pt x="593" y="384"/>
                    </a:lnTo>
                    <a:lnTo>
                      <a:pt x="602" y="470"/>
                    </a:lnTo>
                    <a:lnTo>
                      <a:pt x="618" y="555"/>
                    </a:lnTo>
                    <a:lnTo>
                      <a:pt x="640" y="637"/>
                    </a:lnTo>
                    <a:lnTo>
                      <a:pt x="666" y="717"/>
                    </a:lnTo>
                    <a:lnTo>
                      <a:pt x="699" y="794"/>
                    </a:lnTo>
                    <a:lnTo>
                      <a:pt x="737" y="868"/>
                    </a:lnTo>
                    <a:lnTo>
                      <a:pt x="780" y="940"/>
                    </a:lnTo>
                    <a:lnTo>
                      <a:pt x="827" y="1008"/>
                    </a:lnTo>
                    <a:lnTo>
                      <a:pt x="879" y="1071"/>
                    </a:lnTo>
                    <a:lnTo>
                      <a:pt x="935" y="1132"/>
                    </a:lnTo>
                    <a:lnTo>
                      <a:pt x="995" y="1188"/>
                    </a:lnTo>
                    <a:lnTo>
                      <a:pt x="1059" y="1240"/>
                    </a:lnTo>
                    <a:lnTo>
                      <a:pt x="1127" y="1288"/>
                    </a:lnTo>
                    <a:lnTo>
                      <a:pt x="1198" y="1331"/>
                    </a:lnTo>
                    <a:lnTo>
                      <a:pt x="1272" y="1369"/>
                    </a:lnTo>
                    <a:lnTo>
                      <a:pt x="1348" y="1401"/>
                    </a:lnTo>
                    <a:lnTo>
                      <a:pt x="1428" y="1428"/>
                    </a:lnTo>
                    <a:lnTo>
                      <a:pt x="1510" y="1451"/>
                    </a:lnTo>
                    <a:lnTo>
                      <a:pt x="1594" y="1466"/>
                    </a:lnTo>
                    <a:lnTo>
                      <a:pt x="1680" y="1476"/>
                    </a:lnTo>
                    <a:lnTo>
                      <a:pt x="1768" y="1479"/>
                    </a:lnTo>
                    <a:lnTo>
                      <a:pt x="1875" y="1482"/>
                    </a:lnTo>
                    <a:lnTo>
                      <a:pt x="1981" y="1492"/>
                    </a:lnTo>
                    <a:lnTo>
                      <a:pt x="2085" y="1508"/>
                    </a:lnTo>
                    <a:lnTo>
                      <a:pt x="2187" y="1529"/>
                    </a:lnTo>
                    <a:lnTo>
                      <a:pt x="2287" y="1557"/>
                    </a:lnTo>
                    <a:lnTo>
                      <a:pt x="2384" y="1590"/>
                    </a:lnTo>
                    <a:lnTo>
                      <a:pt x="2478" y="1628"/>
                    </a:lnTo>
                    <a:lnTo>
                      <a:pt x="2571" y="1672"/>
                    </a:lnTo>
                    <a:lnTo>
                      <a:pt x="2660" y="1722"/>
                    </a:lnTo>
                    <a:lnTo>
                      <a:pt x="2745" y="1776"/>
                    </a:lnTo>
                    <a:lnTo>
                      <a:pt x="2828" y="1834"/>
                    </a:lnTo>
                    <a:lnTo>
                      <a:pt x="2906" y="1897"/>
                    </a:lnTo>
                    <a:lnTo>
                      <a:pt x="2981" y="1964"/>
                    </a:lnTo>
                    <a:lnTo>
                      <a:pt x="3053" y="2035"/>
                    </a:lnTo>
                    <a:lnTo>
                      <a:pt x="3119" y="2111"/>
                    </a:lnTo>
                    <a:lnTo>
                      <a:pt x="3182" y="2190"/>
                    </a:lnTo>
                    <a:lnTo>
                      <a:pt x="3240" y="2272"/>
                    </a:lnTo>
                    <a:lnTo>
                      <a:pt x="3294" y="2358"/>
                    </a:lnTo>
                    <a:lnTo>
                      <a:pt x="3343" y="2448"/>
                    </a:lnTo>
                    <a:lnTo>
                      <a:pt x="3387" y="2540"/>
                    </a:lnTo>
                    <a:lnTo>
                      <a:pt x="3426" y="2635"/>
                    </a:lnTo>
                    <a:lnTo>
                      <a:pt x="3458" y="2733"/>
                    </a:lnTo>
                    <a:lnTo>
                      <a:pt x="3486" y="2833"/>
                    </a:lnTo>
                    <a:lnTo>
                      <a:pt x="3507" y="2935"/>
                    </a:lnTo>
                    <a:lnTo>
                      <a:pt x="3523" y="3039"/>
                    </a:lnTo>
                    <a:lnTo>
                      <a:pt x="3533" y="3146"/>
                    </a:lnTo>
                    <a:lnTo>
                      <a:pt x="3536" y="3253"/>
                    </a:lnTo>
                    <a:lnTo>
                      <a:pt x="3533" y="3297"/>
                    </a:lnTo>
                    <a:lnTo>
                      <a:pt x="3523" y="3338"/>
                    </a:lnTo>
                    <a:lnTo>
                      <a:pt x="3508" y="3378"/>
                    </a:lnTo>
                    <a:lnTo>
                      <a:pt x="3489" y="3415"/>
                    </a:lnTo>
                    <a:lnTo>
                      <a:pt x="3464" y="3447"/>
                    </a:lnTo>
                    <a:lnTo>
                      <a:pt x="3434" y="3477"/>
                    </a:lnTo>
                    <a:lnTo>
                      <a:pt x="3402" y="3502"/>
                    </a:lnTo>
                    <a:lnTo>
                      <a:pt x="3366" y="3521"/>
                    </a:lnTo>
                    <a:lnTo>
                      <a:pt x="3326" y="3536"/>
                    </a:lnTo>
                    <a:lnTo>
                      <a:pt x="3285" y="3546"/>
                    </a:lnTo>
                    <a:lnTo>
                      <a:pt x="3241" y="3549"/>
                    </a:lnTo>
                    <a:lnTo>
                      <a:pt x="3197" y="3546"/>
                    </a:lnTo>
                    <a:lnTo>
                      <a:pt x="3157" y="3536"/>
                    </a:lnTo>
                    <a:lnTo>
                      <a:pt x="3117" y="3521"/>
                    </a:lnTo>
                    <a:lnTo>
                      <a:pt x="3081" y="3502"/>
                    </a:lnTo>
                    <a:lnTo>
                      <a:pt x="3047" y="3477"/>
                    </a:lnTo>
                    <a:lnTo>
                      <a:pt x="3018" y="3447"/>
                    </a:lnTo>
                    <a:lnTo>
                      <a:pt x="2994" y="3415"/>
                    </a:lnTo>
                    <a:lnTo>
                      <a:pt x="2973" y="3378"/>
                    </a:lnTo>
                    <a:lnTo>
                      <a:pt x="2960" y="3338"/>
                    </a:lnTo>
                    <a:lnTo>
                      <a:pt x="2950" y="3297"/>
                    </a:lnTo>
                    <a:lnTo>
                      <a:pt x="2947" y="3253"/>
                    </a:lnTo>
                    <a:lnTo>
                      <a:pt x="2943" y="3165"/>
                    </a:lnTo>
                    <a:lnTo>
                      <a:pt x="2934" y="3079"/>
                    </a:lnTo>
                    <a:lnTo>
                      <a:pt x="2918" y="2994"/>
                    </a:lnTo>
                    <a:lnTo>
                      <a:pt x="2896" y="2912"/>
                    </a:lnTo>
                    <a:lnTo>
                      <a:pt x="2870" y="2832"/>
                    </a:lnTo>
                    <a:lnTo>
                      <a:pt x="2837" y="2755"/>
                    </a:lnTo>
                    <a:lnTo>
                      <a:pt x="2799" y="2681"/>
                    </a:lnTo>
                    <a:lnTo>
                      <a:pt x="2756" y="2609"/>
                    </a:lnTo>
                    <a:lnTo>
                      <a:pt x="2709" y="2541"/>
                    </a:lnTo>
                    <a:lnTo>
                      <a:pt x="2657" y="2478"/>
                    </a:lnTo>
                    <a:lnTo>
                      <a:pt x="2601" y="2417"/>
                    </a:lnTo>
                    <a:lnTo>
                      <a:pt x="2541" y="2361"/>
                    </a:lnTo>
                    <a:lnTo>
                      <a:pt x="2477" y="2309"/>
                    </a:lnTo>
                    <a:lnTo>
                      <a:pt x="2409" y="2261"/>
                    </a:lnTo>
                    <a:lnTo>
                      <a:pt x="2338" y="2218"/>
                    </a:lnTo>
                    <a:lnTo>
                      <a:pt x="2264" y="2180"/>
                    </a:lnTo>
                    <a:lnTo>
                      <a:pt x="2188" y="2148"/>
                    </a:lnTo>
                    <a:lnTo>
                      <a:pt x="2108" y="2121"/>
                    </a:lnTo>
                    <a:lnTo>
                      <a:pt x="2026" y="2098"/>
                    </a:lnTo>
                    <a:lnTo>
                      <a:pt x="1942" y="2083"/>
                    </a:lnTo>
                    <a:lnTo>
                      <a:pt x="1856" y="2073"/>
                    </a:lnTo>
                    <a:lnTo>
                      <a:pt x="1768" y="2070"/>
                    </a:lnTo>
                    <a:lnTo>
                      <a:pt x="1661" y="2067"/>
                    </a:lnTo>
                    <a:lnTo>
                      <a:pt x="1555" y="2057"/>
                    </a:lnTo>
                    <a:lnTo>
                      <a:pt x="1451" y="2041"/>
                    </a:lnTo>
                    <a:lnTo>
                      <a:pt x="1349" y="2020"/>
                    </a:lnTo>
                    <a:lnTo>
                      <a:pt x="1249" y="1992"/>
                    </a:lnTo>
                    <a:lnTo>
                      <a:pt x="1152" y="1959"/>
                    </a:lnTo>
                    <a:lnTo>
                      <a:pt x="1058" y="1921"/>
                    </a:lnTo>
                    <a:lnTo>
                      <a:pt x="965" y="1877"/>
                    </a:lnTo>
                    <a:lnTo>
                      <a:pt x="876" y="1827"/>
                    </a:lnTo>
                    <a:lnTo>
                      <a:pt x="791" y="1773"/>
                    </a:lnTo>
                    <a:lnTo>
                      <a:pt x="708" y="1715"/>
                    </a:lnTo>
                    <a:lnTo>
                      <a:pt x="630" y="1652"/>
                    </a:lnTo>
                    <a:lnTo>
                      <a:pt x="555" y="1585"/>
                    </a:lnTo>
                    <a:lnTo>
                      <a:pt x="483" y="1514"/>
                    </a:lnTo>
                    <a:lnTo>
                      <a:pt x="417" y="1438"/>
                    </a:lnTo>
                    <a:lnTo>
                      <a:pt x="354" y="1359"/>
                    </a:lnTo>
                    <a:lnTo>
                      <a:pt x="296" y="1277"/>
                    </a:lnTo>
                    <a:lnTo>
                      <a:pt x="242" y="1191"/>
                    </a:lnTo>
                    <a:lnTo>
                      <a:pt x="193" y="1101"/>
                    </a:lnTo>
                    <a:lnTo>
                      <a:pt x="149" y="1009"/>
                    </a:lnTo>
                    <a:lnTo>
                      <a:pt x="110" y="914"/>
                    </a:lnTo>
                    <a:lnTo>
                      <a:pt x="78" y="816"/>
                    </a:lnTo>
                    <a:lnTo>
                      <a:pt x="50" y="716"/>
                    </a:lnTo>
                    <a:lnTo>
                      <a:pt x="29" y="614"/>
                    </a:lnTo>
                    <a:lnTo>
                      <a:pt x="13" y="510"/>
                    </a:lnTo>
                    <a:lnTo>
                      <a:pt x="3" y="403"/>
                    </a:lnTo>
                    <a:lnTo>
                      <a:pt x="0" y="296"/>
                    </a:lnTo>
                    <a:lnTo>
                      <a:pt x="3" y="252"/>
                    </a:lnTo>
                    <a:lnTo>
                      <a:pt x="13" y="211"/>
                    </a:lnTo>
                    <a:lnTo>
                      <a:pt x="28" y="171"/>
                    </a:lnTo>
                    <a:lnTo>
                      <a:pt x="47" y="134"/>
                    </a:lnTo>
                    <a:lnTo>
                      <a:pt x="72" y="102"/>
                    </a:lnTo>
                    <a:lnTo>
                      <a:pt x="102" y="72"/>
                    </a:lnTo>
                    <a:lnTo>
                      <a:pt x="134" y="47"/>
                    </a:lnTo>
                    <a:lnTo>
                      <a:pt x="170" y="28"/>
                    </a:lnTo>
                    <a:lnTo>
                      <a:pt x="210" y="13"/>
                    </a:lnTo>
                    <a:lnTo>
                      <a:pt x="251" y="3"/>
                    </a:lnTo>
                    <a:lnTo>
                      <a:pt x="29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  <p:sp>
            <p:nvSpPr>
              <p:cNvPr id="36" name="Freeform 27"/>
              <p:cNvSpPr/>
              <p:nvPr/>
            </p:nvSpPr>
            <p:spPr bwMode="auto">
              <a:xfrm>
                <a:off x="6350" y="1613"/>
                <a:ext cx="211" cy="127"/>
              </a:xfrm>
              <a:custGeom>
                <a:avLst/>
                <a:gdLst>
                  <a:gd name="T0" fmla="*/ 709 w 2746"/>
                  <a:gd name="T1" fmla="*/ 55 h 1650"/>
                  <a:gd name="T2" fmla="*/ 879 w 2746"/>
                  <a:gd name="T3" fmla="*/ 152 h 1650"/>
                  <a:gd name="T4" fmla="*/ 1058 w 2746"/>
                  <a:gd name="T5" fmla="*/ 233 h 1650"/>
                  <a:gd name="T6" fmla="*/ 1245 w 2746"/>
                  <a:gd name="T7" fmla="*/ 295 h 1650"/>
                  <a:gd name="T8" fmla="*/ 1112 w 2746"/>
                  <a:gd name="T9" fmla="*/ 373 h 1650"/>
                  <a:gd name="T10" fmla="*/ 990 w 2746"/>
                  <a:gd name="T11" fmla="*/ 468 h 1650"/>
                  <a:gd name="T12" fmla="*/ 882 w 2746"/>
                  <a:gd name="T13" fmla="*/ 578 h 1650"/>
                  <a:gd name="T14" fmla="*/ 2419 w 2746"/>
                  <a:gd name="T15" fmla="*/ 622 h 1650"/>
                  <a:gd name="T16" fmla="*/ 2516 w 2746"/>
                  <a:gd name="T17" fmla="*/ 721 h 1650"/>
                  <a:gd name="T18" fmla="*/ 744 w 2746"/>
                  <a:gd name="T19" fmla="*/ 776 h 1650"/>
                  <a:gd name="T20" fmla="*/ 681 w 2746"/>
                  <a:gd name="T21" fmla="*/ 905 h 1650"/>
                  <a:gd name="T22" fmla="*/ 634 w 2746"/>
                  <a:gd name="T23" fmla="*/ 1041 h 1650"/>
                  <a:gd name="T24" fmla="*/ 2717 w 2746"/>
                  <a:gd name="T25" fmla="*/ 1112 h 1650"/>
                  <a:gd name="T26" fmla="*/ 2740 w 2746"/>
                  <a:gd name="T27" fmla="*/ 1242 h 1650"/>
                  <a:gd name="T28" fmla="*/ 593 w 2746"/>
                  <a:gd name="T29" fmla="*/ 1309 h 1650"/>
                  <a:gd name="T30" fmla="*/ 589 w 2746"/>
                  <a:gd name="T31" fmla="*/ 1354 h 1650"/>
                  <a:gd name="T32" fmla="*/ 576 w 2746"/>
                  <a:gd name="T33" fmla="*/ 1439 h 1650"/>
                  <a:gd name="T34" fmla="*/ 542 w 2746"/>
                  <a:gd name="T35" fmla="*/ 1516 h 1650"/>
                  <a:gd name="T36" fmla="*/ 489 w 2746"/>
                  <a:gd name="T37" fmla="*/ 1578 h 1650"/>
                  <a:gd name="T38" fmla="*/ 419 w 2746"/>
                  <a:gd name="T39" fmla="*/ 1622 h 1650"/>
                  <a:gd name="T40" fmla="*/ 339 w 2746"/>
                  <a:gd name="T41" fmla="*/ 1647 h 1650"/>
                  <a:gd name="T42" fmla="*/ 251 w 2746"/>
                  <a:gd name="T43" fmla="*/ 1647 h 1650"/>
                  <a:gd name="T44" fmla="*/ 170 w 2746"/>
                  <a:gd name="T45" fmla="*/ 1622 h 1650"/>
                  <a:gd name="T46" fmla="*/ 102 w 2746"/>
                  <a:gd name="T47" fmla="*/ 1578 h 1650"/>
                  <a:gd name="T48" fmla="*/ 47 w 2746"/>
                  <a:gd name="T49" fmla="*/ 1516 h 1650"/>
                  <a:gd name="T50" fmla="*/ 13 w 2746"/>
                  <a:gd name="T51" fmla="*/ 1439 h 1650"/>
                  <a:gd name="T52" fmla="*/ 0 w 2746"/>
                  <a:gd name="T53" fmla="*/ 1354 h 1650"/>
                  <a:gd name="T54" fmla="*/ 13 w 2746"/>
                  <a:gd name="T55" fmla="*/ 1140 h 1650"/>
                  <a:gd name="T56" fmla="*/ 50 w 2746"/>
                  <a:gd name="T57" fmla="*/ 934 h 1650"/>
                  <a:gd name="T58" fmla="*/ 110 w 2746"/>
                  <a:gd name="T59" fmla="*/ 737 h 1650"/>
                  <a:gd name="T60" fmla="*/ 193 w 2746"/>
                  <a:gd name="T61" fmla="*/ 550 h 1650"/>
                  <a:gd name="T62" fmla="*/ 295 w 2746"/>
                  <a:gd name="T63" fmla="*/ 375 h 1650"/>
                  <a:gd name="T64" fmla="*/ 416 w 2746"/>
                  <a:gd name="T65" fmla="*/ 213 h 1650"/>
                  <a:gd name="T66" fmla="*/ 554 w 2746"/>
                  <a:gd name="T67" fmla="*/ 67 h 1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46" h="1650">
                    <a:moveTo>
                      <a:pt x="629" y="0"/>
                    </a:moveTo>
                    <a:lnTo>
                      <a:pt x="709" y="55"/>
                    </a:lnTo>
                    <a:lnTo>
                      <a:pt x="793" y="106"/>
                    </a:lnTo>
                    <a:lnTo>
                      <a:pt x="879" y="152"/>
                    </a:lnTo>
                    <a:lnTo>
                      <a:pt x="967" y="195"/>
                    </a:lnTo>
                    <a:lnTo>
                      <a:pt x="1058" y="233"/>
                    </a:lnTo>
                    <a:lnTo>
                      <a:pt x="1151" y="266"/>
                    </a:lnTo>
                    <a:lnTo>
                      <a:pt x="1245" y="295"/>
                    </a:lnTo>
                    <a:lnTo>
                      <a:pt x="1178" y="333"/>
                    </a:lnTo>
                    <a:lnTo>
                      <a:pt x="1112" y="373"/>
                    </a:lnTo>
                    <a:lnTo>
                      <a:pt x="1050" y="420"/>
                    </a:lnTo>
                    <a:lnTo>
                      <a:pt x="990" y="468"/>
                    </a:lnTo>
                    <a:lnTo>
                      <a:pt x="934" y="522"/>
                    </a:lnTo>
                    <a:lnTo>
                      <a:pt x="882" y="578"/>
                    </a:lnTo>
                    <a:lnTo>
                      <a:pt x="2367" y="578"/>
                    </a:lnTo>
                    <a:lnTo>
                      <a:pt x="2419" y="622"/>
                    </a:lnTo>
                    <a:lnTo>
                      <a:pt x="2470" y="670"/>
                    </a:lnTo>
                    <a:lnTo>
                      <a:pt x="2516" y="721"/>
                    </a:lnTo>
                    <a:lnTo>
                      <a:pt x="2559" y="776"/>
                    </a:lnTo>
                    <a:lnTo>
                      <a:pt x="744" y="776"/>
                    </a:lnTo>
                    <a:lnTo>
                      <a:pt x="710" y="839"/>
                    </a:lnTo>
                    <a:lnTo>
                      <a:pt x="681" y="905"/>
                    </a:lnTo>
                    <a:lnTo>
                      <a:pt x="656" y="971"/>
                    </a:lnTo>
                    <a:lnTo>
                      <a:pt x="634" y="1041"/>
                    </a:lnTo>
                    <a:lnTo>
                      <a:pt x="617" y="1112"/>
                    </a:lnTo>
                    <a:lnTo>
                      <a:pt x="2717" y="1112"/>
                    </a:lnTo>
                    <a:lnTo>
                      <a:pt x="2730" y="1177"/>
                    </a:lnTo>
                    <a:lnTo>
                      <a:pt x="2740" y="1242"/>
                    </a:lnTo>
                    <a:lnTo>
                      <a:pt x="2746" y="1309"/>
                    </a:lnTo>
                    <a:lnTo>
                      <a:pt x="593" y="1309"/>
                    </a:lnTo>
                    <a:lnTo>
                      <a:pt x="590" y="1332"/>
                    </a:lnTo>
                    <a:lnTo>
                      <a:pt x="589" y="1354"/>
                    </a:lnTo>
                    <a:lnTo>
                      <a:pt x="586" y="1398"/>
                    </a:lnTo>
                    <a:lnTo>
                      <a:pt x="576" y="1439"/>
                    </a:lnTo>
                    <a:lnTo>
                      <a:pt x="563" y="1479"/>
                    </a:lnTo>
                    <a:lnTo>
                      <a:pt x="542" y="1516"/>
                    </a:lnTo>
                    <a:lnTo>
                      <a:pt x="518" y="1548"/>
                    </a:lnTo>
                    <a:lnTo>
                      <a:pt x="489" y="1578"/>
                    </a:lnTo>
                    <a:lnTo>
                      <a:pt x="455" y="1603"/>
                    </a:lnTo>
                    <a:lnTo>
                      <a:pt x="419" y="1622"/>
                    </a:lnTo>
                    <a:lnTo>
                      <a:pt x="379" y="1637"/>
                    </a:lnTo>
                    <a:lnTo>
                      <a:pt x="339" y="1647"/>
                    </a:lnTo>
                    <a:lnTo>
                      <a:pt x="295" y="1650"/>
                    </a:lnTo>
                    <a:lnTo>
                      <a:pt x="251" y="1647"/>
                    </a:lnTo>
                    <a:lnTo>
                      <a:pt x="210" y="1637"/>
                    </a:lnTo>
                    <a:lnTo>
                      <a:pt x="170" y="1622"/>
                    </a:lnTo>
                    <a:lnTo>
                      <a:pt x="134" y="1603"/>
                    </a:lnTo>
                    <a:lnTo>
                      <a:pt x="102" y="1578"/>
                    </a:lnTo>
                    <a:lnTo>
                      <a:pt x="72" y="1548"/>
                    </a:lnTo>
                    <a:lnTo>
                      <a:pt x="47" y="1516"/>
                    </a:lnTo>
                    <a:lnTo>
                      <a:pt x="28" y="1479"/>
                    </a:lnTo>
                    <a:lnTo>
                      <a:pt x="13" y="1439"/>
                    </a:lnTo>
                    <a:lnTo>
                      <a:pt x="3" y="1398"/>
                    </a:lnTo>
                    <a:lnTo>
                      <a:pt x="0" y="1354"/>
                    </a:lnTo>
                    <a:lnTo>
                      <a:pt x="3" y="1247"/>
                    </a:lnTo>
                    <a:lnTo>
                      <a:pt x="13" y="1140"/>
                    </a:lnTo>
                    <a:lnTo>
                      <a:pt x="29" y="1036"/>
                    </a:lnTo>
                    <a:lnTo>
                      <a:pt x="50" y="934"/>
                    </a:lnTo>
                    <a:lnTo>
                      <a:pt x="78" y="834"/>
                    </a:lnTo>
                    <a:lnTo>
                      <a:pt x="110" y="737"/>
                    </a:lnTo>
                    <a:lnTo>
                      <a:pt x="149" y="642"/>
                    </a:lnTo>
                    <a:lnTo>
                      <a:pt x="193" y="550"/>
                    </a:lnTo>
                    <a:lnTo>
                      <a:pt x="241" y="461"/>
                    </a:lnTo>
                    <a:lnTo>
                      <a:pt x="295" y="375"/>
                    </a:lnTo>
                    <a:lnTo>
                      <a:pt x="354" y="293"/>
                    </a:lnTo>
                    <a:lnTo>
                      <a:pt x="416" y="213"/>
                    </a:lnTo>
                    <a:lnTo>
                      <a:pt x="483" y="138"/>
                    </a:lnTo>
                    <a:lnTo>
                      <a:pt x="554" y="67"/>
                    </a:lnTo>
                    <a:lnTo>
                      <a:pt x="6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  <p:sp>
            <p:nvSpPr>
              <p:cNvPr id="37" name="Freeform 28"/>
              <p:cNvSpPr/>
              <p:nvPr/>
            </p:nvSpPr>
            <p:spPr bwMode="auto">
              <a:xfrm>
                <a:off x="6411" y="1467"/>
                <a:ext cx="211" cy="127"/>
              </a:xfrm>
              <a:custGeom>
                <a:avLst/>
                <a:gdLst>
                  <a:gd name="T0" fmla="*/ 2494 w 2745"/>
                  <a:gd name="T1" fmla="*/ 3 h 1650"/>
                  <a:gd name="T2" fmla="*/ 2575 w 2745"/>
                  <a:gd name="T3" fmla="*/ 28 h 1650"/>
                  <a:gd name="T4" fmla="*/ 2643 w 2745"/>
                  <a:gd name="T5" fmla="*/ 72 h 1650"/>
                  <a:gd name="T6" fmla="*/ 2698 w 2745"/>
                  <a:gd name="T7" fmla="*/ 134 h 1650"/>
                  <a:gd name="T8" fmla="*/ 2732 w 2745"/>
                  <a:gd name="T9" fmla="*/ 211 h 1650"/>
                  <a:gd name="T10" fmla="*/ 2745 w 2745"/>
                  <a:gd name="T11" fmla="*/ 296 h 1650"/>
                  <a:gd name="T12" fmla="*/ 2732 w 2745"/>
                  <a:gd name="T13" fmla="*/ 510 h 1650"/>
                  <a:gd name="T14" fmla="*/ 2695 w 2745"/>
                  <a:gd name="T15" fmla="*/ 716 h 1650"/>
                  <a:gd name="T16" fmla="*/ 2635 w 2745"/>
                  <a:gd name="T17" fmla="*/ 913 h 1650"/>
                  <a:gd name="T18" fmla="*/ 2552 w 2745"/>
                  <a:gd name="T19" fmla="*/ 1100 h 1650"/>
                  <a:gd name="T20" fmla="*/ 2450 w 2745"/>
                  <a:gd name="T21" fmla="*/ 1274 h 1650"/>
                  <a:gd name="T22" fmla="*/ 2329 w 2745"/>
                  <a:gd name="T23" fmla="*/ 1437 h 1650"/>
                  <a:gd name="T24" fmla="*/ 2191 w 2745"/>
                  <a:gd name="T25" fmla="*/ 1583 h 1650"/>
                  <a:gd name="T26" fmla="*/ 2036 w 2745"/>
                  <a:gd name="T27" fmla="*/ 1595 h 1650"/>
                  <a:gd name="T28" fmla="*/ 1866 w 2745"/>
                  <a:gd name="T29" fmla="*/ 1498 h 1650"/>
                  <a:gd name="T30" fmla="*/ 1687 w 2745"/>
                  <a:gd name="T31" fmla="*/ 1417 h 1650"/>
                  <a:gd name="T32" fmla="*/ 1500 w 2745"/>
                  <a:gd name="T33" fmla="*/ 1354 h 1650"/>
                  <a:gd name="T34" fmla="*/ 1633 w 2745"/>
                  <a:gd name="T35" fmla="*/ 1277 h 1650"/>
                  <a:gd name="T36" fmla="*/ 1755 w 2745"/>
                  <a:gd name="T37" fmla="*/ 1181 h 1650"/>
                  <a:gd name="T38" fmla="*/ 1863 w 2745"/>
                  <a:gd name="T39" fmla="*/ 1072 h 1650"/>
                  <a:gd name="T40" fmla="*/ 326 w 2745"/>
                  <a:gd name="T41" fmla="*/ 1028 h 1650"/>
                  <a:gd name="T42" fmla="*/ 229 w 2745"/>
                  <a:gd name="T43" fmla="*/ 929 h 1650"/>
                  <a:gd name="T44" fmla="*/ 2001 w 2745"/>
                  <a:gd name="T45" fmla="*/ 874 h 1650"/>
                  <a:gd name="T46" fmla="*/ 2064 w 2745"/>
                  <a:gd name="T47" fmla="*/ 745 h 1650"/>
                  <a:gd name="T48" fmla="*/ 2111 w 2745"/>
                  <a:gd name="T49" fmla="*/ 609 h 1650"/>
                  <a:gd name="T50" fmla="*/ 28 w 2745"/>
                  <a:gd name="T51" fmla="*/ 538 h 1650"/>
                  <a:gd name="T52" fmla="*/ 5 w 2745"/>
                  <a:gd name="T53" fmla="*/ 408 h 1650"/>
                  <a:gd name="T54" fmla="*/ 2152 w 2745"/>
                  <a:gd name="T55" fmla="*/ 341 h 1650"/>
                  <a:gd name="T56" fmla="*/ 2156 w 2745"/>
                  <a:gd name="T57" fmla="*/ 296 h 1650"/>
                  <a:gd name="T58" fmla="*/ 2169 w 2745"/>
                  <a:gd name="T59" fmla="*/ 211 h 1650"/>
                  <a:gd name="T60" fmla="*/ 2203 w 2745"/>
                  <a:gd name="T61" fmla="*/ 134 h 1650"/>
                  <a:gd name="T62" fmla="*/ 2256 w 2745"/>
                  <a:gd name="T63" fmla="*/ 72 h 1650"/>
                  <a:gd name="T64" fmla="*/ 2326 w 2745"/>
                  <a:gd name="T65" fmla="*/ 28 h 1650"/>
                  <a:gd name="T66" fmla="*/ 2406 w 2745"/>
                  <a:gd name="T67" fmla="*/ 3 h 1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45" h="1650">
                    <a:moveTo>
                      <a:pt x="2450" y="0"/>
                    </a:moveTo>
                    <a:lnTo>
                      <a:pt x="2494" y="3"/>
                    </a:lnTo>
                    <a:lnTo>
                      <a:pt x="2535" y="13"/>
                    </a:lnTo>
                    <a:lnTo>
                      <a:pt x="2575" y="28"/>
                    </a:lnTo>
                    <a:lnTo>
                      <a:pt x="2611" y="47"/>
                    </a:lnTo>
                    <a:lnTo>
                      <a:pt x="2643" y="72"/>
                    </a:lnTo>
                    <a:lnTo>
                      <a:pt x="2673" y="102"/>
                    </a:lnTo>
                    <a:lnTo>
                      <a:pt x="2698" y="134"/>
                    </a:lnTo>
                    <a:lnTo>
                      <a:pt x="2717" y="171"/>
                    </a:lnTo>
                    <a:lnTo>
                      <a:pt x="2732" y="211"/>
                    </a:lnTo>
                    <a:lnTo>
                      <a:pt x="2742" y="252"/>
                    </a:lnTo>
                    <a:lnTo>
                      <a:pt x="2745" y="296"/>
                    </a:lnTo>
                    <a:lnTo>
                      <a:pt x="2742" y="403"/>
                    </a:lnTo>
                    <a:lnTo>
                      <a:pt x="2732" y="510"/>
                    </a:lnTo>
                    <a:lnTo>
                      <a:pt x="2716" y="614"/>
                    </a:lnTo>
                    <a:lnTo>
                      <a:pt x="2695" y="716"/>
                    </a:lnTo>
                    <a:lnTo>
                      <a:pt x="2667" y="816"/>
                    </a:lnTo>
                    <a:lnTo>
                      <a:pt x="2635" y="913"/>
                    </a:lnTo>
                    <a:lnTo>
                      <a:pt x="2596" y="1008"/>
                    </a:lnTo>
                    <a:lnTo>
                      <a:pt x="2552" y="1100"/>
                    </a:lnTo>
                    <a:lnTo>
                      <a:pt x="2504" y="1189"/>
                    </a:lnTo>
                    <a:lnTo>
                      <a:pt x="2450" y="1274"/>
                    </a:lnTo>
                    <a:lnTo>
                      <a:pt x="2391" y="1357"/>
                    </a:lnTo>
                    <a:lnTo>
                      <a:pt x="2329" y="1437"/>
                    </a:lnTo>
                    <a:lnTo>
                      <a:pt x="2262" y="1511"/>
                    </a:lnTo>
                    <a:lnTo>
                      <a:pt x="2191" y="1583"/>
                    </a:lnTo>
                    <a:lnTo>
                      <a:pt x="2116" y="1650"/>
                    </a:lnTo>
                    <a:lnTo>
                      <a:pt x="2036" y="1595"/>
                    </a:lnTo>
                    <a:lnTo>
                      <a:pt x="1952" y="1544"/>
                    </a:lnTo>
                    <a:lnTo>
                      <a:pt x="1866" y="1498"/>
                    </a:lnTo>
                    <a:lnTo>
                      <a:pt x="1778" y="1455"/>
                    </a:lnTo>
                    <a:lnTo>
                      <a:pt x="1687" y="1417"/>
                    </a:lnTo>
                    <a:lnTo>
                      <a:pt x="1594" y="1383"/>
                    </a:lnTo>
                    <a:lnTo>
                      <a:pt x="1500" y="1354"/>
                    </a:lnTo>
                    <a:lnTo>
                      <a:pt x="1567" y="1317"/>
                    </a:lnTo>
                    <a:lnTo>
                      <a:pt x="1633" y="1277"/>
                    </a:lnTo>
                    <a:lnTo>
                      <a:pt x="1695" y="1230"/>
                    </a:lnTo>
                    <a:lnTo>
                      <a:pt x="1755" y="1181"/>
                    </a:lnTo>
                    <a:lnTo>
                      <a:pt x="1811" y="1128"/>
                    </a:lnTo>
                    <a:lnTo>
                      <a:pt x="1863" y="1072"/>
                    </a:lnTo>
                    <a:lnTo>
                      <a:pt x="378" y="1072"/>
                    </a:lnTo>
                    <a:lnTo>
                      <a:pt x="326" y="1028"/>
                    </a:lnTo>
                    <a:lnTo>
                      <a:pt x="275" y="980"/>
                    </a:lnTo>
                    <a:lnTo>
                      <a:pt x="229" y="929"/>
                    </a:lnTo>
                    <a:lnTo>
                      <a:pt x="186" y="874"/>
                    </a:lnTo>
                    <a:lnTo>
                      <a:pt x="2001" y="874"/>
                    </a:lnTo>
                    <a:lnTo>
                      <a:pt x="2035" y="811"/>
                    </a:lnTo>
                    <a:lnTo>
                      <a:pt x="2064" y="745"/>
                    </a:lnTo>
                    <a:lnTo>
                      <a:pt x="2089" y="679"/>
                    </a:lnTo>
                    <a:lnTo>
                      <a:pt x="2111" y="609"/>
                    </a:lnTo>
                    <a:lnTo>
                      <a:pt x="2128" y="538"/>
                    </a:lnTo>
                    <a:lnTo>
                      <a:pt x="28" y="538"/>
                    </a:lnTo>
                    <a:lnTo>
                      <a:pt x="15" y="473"/>
                    </a:lnTo>
                    <a:lnTo>
                      <a:pt x="5" y="408"/>
                    </a:lnTo>
                    <a:lnTo>
                      <a:pt x="0" y="341"/>
                    </a:lnTo>
                    <a:lnTo>
                      <a:pt x="2152" y="341"/>
                    </a:lnTo>
                    <a:lnTo>
                      <a:pt x="2155" y="318"/>
                    </a:lnTo>
                    <a:lnTo>
                      <a:pt x="2156" y="296"/>
                    </a:lnTo>
                    <a:lnTo>
                      <a:pt x="2159" y="252"/>
                    </a:lnTo>
                    <a:lnTo>
                      <a:pt x="2169" y="211"/>
                    </a:lnTo>
                    <a:lnTo>
                      <a:pt x="2182" y="171"/>
                    </a:lnTo>
                    <a:lnTo>
                      <a:pt x="2203" y="134"/>
                    </a:lnTo>
                    <a:lnTo>
                      <a:pt x="2227" y="102"/>
                    </a:lnTo>
                    <a:lnTo>
                      <a:pt x="2256" y="72"/>
                    </a:lnTo>
                    <a:lnTo>
                      <a:pt x="2290" y="47"/>
                    </a:lnTo>
                    <a:lnTo>
                      <a:pt x="2326" y="28"/>
                    </a:lnTo>
                    <a:lnTo>
                      <a:pt x="2366" y="13"/>
                    </a:lnTo>
                    <a:lnTo>
                      <a:pt x="2406" y="3"/>
                    </a:lnTo>
                    <a:lnTo>
                      <a:pt x="24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</a:endParaRPr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4183596" y="215190"/>
            <a:ext cx="5055870" cy="860375"/>
            <a:chOff x="1595872" y="309201"/>
            <a:chExt cx="5055870" cy="860375"/>
          </a:xfrm>
        </p:grpSpPr>
        <p:sp>
          <p:nvSpPr>
  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<p:cNvSpPr txBox="1"/>
            <p:nvPr/>
          </p:nvSpPr>
          <p:spPr>
            <a:xfrm>
              <a:off x="1595872" y="309201"/>
              <a:ext cx="5055870" cy="51816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vi-V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VECTOR HÓA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  <p:sp>
          <p:nvSpPr>
            <p:cNvPr id="63" name="AutoShape 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<p:cNvSpPr/>
            <p:nvPr/>
          </p:nvSpPr>
          <p:spPr bwMode="auto">
            <a:xfrm>
              <a:off x="2911830" y="1001936"/>
              <a:ext cx="3705860" cy="16764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noAutofit/>
            </a:bodyPr>
            <a:lstStyle>
              <a:lvl1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1pPr>
              <a:lvl2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2pPr>
              <a:lvl3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3pPr>
              <a:lvl4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4pPr>
              <a:lvl5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5pPr>
              <a:lvl6pPr marL="39243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6pPr>
              <a:lvl7pPr marL="43815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7pPr>
              <a:lvl8pPr marL="48387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8pPr>
              <a:lvl9pPr marL="52959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9pPr>
            </a:lstStyle>
            <a:p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Bag of Words </a:t>
              </a:r>
              <a:r>
                <a:rPr lang="en-US" sz="16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</a:t>
              </a:r>
              <a:r>
                <a:rPr lang="en-US" sz="16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TF-IDF</a:t>
              </a:r>
              <a:endParaRPr kumimoji="0" lang="id-ID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pic>
        <p:nvPicPr>
          <p:cNvPr id="64" name="图片 6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192" y="-193393"/>
            <a:ext cx="3326194" cy="1663097"/>
          </a:xfrm>
          <a:prstGeom prst="rect">
            <a:avLst/>
          </a:prstGeom>
        </p:spPr>
      </p:pic>
      <p:grpSp>
        <p:nvGrpSpPr>
          <p:cNvPr id="50" name="组合 49"/>
          <p:cNvGrpSpPr/>
          <p:nvPr/>
        </p:nvGrpSpPr>
        <p:grpSpPr>
          <a:xfrm>
            <a:off x="6995104" y="2198652"/>
            <a:ext cx="4023415" cy="765242"/>
            <a:chOff x="1879093" y="1958726"/>
            <a:chExt cx="3128400" cy="765394"/>
          </a:xfrm>
        </p:grpSpPr>
        <p:sp>
          <p:nvSpPr>
            <p:cNvPr id="51" name="矩形 50"/>
            <p:cNvSpPr/>
            <p:nvPr/>
          </p:nvSpPr>
          <p:spPr>
            <a:xfrm>
              <a:off x="1898264" y="2334127"/>
              <a:ext cx="3109229" cy="389993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Biến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đoạn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văn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bản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thành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vector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số</a:t>
              </a: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879093" y="1958726"/>
              <a:ext cx="2986405" cy="33534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vi-VN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Mục </a:t>
              </a:r>
              <a:r>
                <a:rPr lang="en-US" altLang="vi-VN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tiêu</a:t>
              </a:r>
              <a:endParaRPr lang="zh-CN" alt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013130" y="3143194"/>
            <a:ext cx="5178870" cy="1337366"/>
            <a:chOff x="1792602" y="1955800"/>
            <a:chExt cx="4026823" cy="1337630"/>
          </a:xfrm>
        </p:grpSpPr>
        <p:sp>
          <p:nvSpPr>
            <p:cNvPr id="54" name="矩形 53"/>
            <p:cNvSpPr/>
            <p:nvPr/>
          </p:nvSpPr>
          <p:spPr>
            <a:xfrm>
              <a:off x="1804514" y="2319184"/>
              <a:ext cx="4014911" cy="97424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Biểu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diễn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văn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bản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dưới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dạng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"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túi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từ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",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bỏ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qua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thứ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tự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ngữ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cảnh</a:t>
              </a:r>
              <a:r>
                <a:rPr lang="en-US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Xây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dựng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từ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điển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,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mỗi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tài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liệu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là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vector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tần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suất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từ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792602" y="1955800"/>
              <a:ext cx="2986405" cy="335347"/>
            </a:xfrm>
            <a:prstGeom prst="rect">
              <a:avLst/>
            </a:prstGeom>
          </p:spPr>
          <p:txBody>
            <a:bodyPr wrap="square">
              <a:normAutofit fontScale="92500" lnSpcReduction="10000"/>
            </a:bodyPr>
            <a:lstStyle/>
            <a:p>
              <a:pPr>
                <a:lnSpc>
                  <a:spcPct val="100000"/>
                </a:lnSpc>
              </a:pPr>
              <a:r>
                <a:rPr lang="en-US" altLang="vi-VN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Bag of Words (</a:t>
              </a:r>
              <a:r>
                <a:rPr lang="en-US" altLang="vi-VN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BoW</a:t>
              </a:r>
              <a:r>
                <a:rPr lang="en-US" altLang="vi-VN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)</a:t>
              </a:r>
              <a:endPara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995874" y="4336175"/>
            <a:ext cx="5787438" cy="1159370"/>
            <a:chOff x="1873827" y="2059955"/>
            <a:chExt cx="4192134" cy="903279"/>
          </a:xfrm>
        </p:grpSpPr>
        <p:sp>
          <p:nvSpPr>
            <p:cNvPr id="57" name="矩形 56"/>
            <p:cNvSpPr/>
            <p:nvPr/>
          </p:nvSpPr>
          <p:spPr>
            <a:xfrm>
              <a:off x="1886326" y="2306257"/>
              <a:ext cx="2782083" cy="656977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Đo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lường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mức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độ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"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đặc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trưng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"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của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một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từ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trong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văn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bản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so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với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toàn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bộ</a:t>
              </a:r>
              <a:r>
                <a:rPr lang="en-US" sz="12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corpus.</a:t>
              </a:r>
            </a:p>
            <a:p>
              <a:pPr>
                <a:lnSpc>
                  <a:spcPct val="150000"/>
                </a:lnSpc>
              </a:pPr>
              <a:endParaRPr lang="zh-CN" altLang="en-US" sz="105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873827" y="2059955"/>
              <a:ext cx="4192134" cy="33534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r>
                <a:rPr lang="en-US" altLang="vi-VN" sz="17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TF-IDF</a:t>
              </a:r>
              <a:endParaRPr lang="en-US" sz="17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998018" y="5299710"/>
            <a:ext cx="4029193" cy="1229072"/>
            <a:chOff x="1879092" y="1958727"/>
            <a:chExt cx="3132893" cy="1229315"/>
          </a:xfrm>
        </p:grpSpPr>
        <p:sp>
          <p:nvSpPr>
            <p:cNvPr id="65" name="矩形 64"/>
            <p:cNvSpPr/>
            <p:nvPr/>
          </p:nvSpPr>
          <p:spPr>
            <a:xfrm>
              <a:off x="1902756" y="2344637"/>
              <a:ext cx="3109229" cy="843405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TF: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Tần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suất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xuất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hiện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của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từ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trong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văn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bản</a:t>
              </a:r>
              <a:endParaRPr lang="en-US" altLang="vi-VN" sz="14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IDF: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Độ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hiếm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gặp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của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từ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trên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toàn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bộ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văn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bản</a:t>
              </a: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1879092" y="1958727"/>
              <a:ext cx="2986405" cy="716674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r>
                <a:rPr lang="en-US" altLang="vi-VN" sz="17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TF-IDF</a:t>
              </a:r>
              <a:r>
                <a:rPr lang="en-US" sz="17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endParaRPr lang="en-US" sz="17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2" name="Shape 6914">
            <a:extLst>
              <a:ext uri="{FF2B5EF4-FFF2-40B4-BE49-F238E27FC236}">
                <a16:creationId xmlns:a16="http://schemas.microsoft.com/office/drawing/2014/main" id="{758347D7-0638-79A2-CC85-3197A3A919C4}"/>
              </a:ext>
            </a:extLst>
          </p:cNvPr>
          <p:cNvSpPr/>
          <p:nvPr/>
        </p:nvSpPr>
        <p:spPr>
          <a:xfrm>
            <a:off x="-247657" y="-205445"/>
            <a:ext cx="670757" cy="609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95" y="18391"/>
                </a:moveTo>
                <a:cubicBezTo>
                  <a:pt x="2131" y="18465"/>
                  <a:pt x="1144" y="18588"/>
                  <a:pt x="224" y="18761"/>
                </a:cubicBezTo>
                <a:cubicBezTo>
                  <a:pt x="90" y="19699"/>
                  <a:pt x="22" y="20637"/>
                  <a:pt x="0" y="21600"/>
                </a:cubicBezTo>
                <a:cubicBezTo>
                  <a:pt x="3701" y="21600"/>
                  <a:pt x="3701" y="21600"/>
                  <a:pt x="3701" y="21600"/>
                </a:cubicBezTo>
                <a:cubicBezTo>
                  <a:pt x="4060" y="20168"/>
                  <a:pt x="5249" y="19156"/>
                  <a:pt x="6639" y="19156"/>
                </a:cubicBezTo>
                <a:cubicBezTo>
                  <a:pt x="8030" y="19156"/>
                  <a:pt x="9219" y="20168"/>
                  <a:pt x="9600" y="21600"/>
                </a:cubicBezTo>
                <a:cubicBezTo>
                  <a:pt x="10273" y="21600"/>
                  <a:pt x="10273" y="21600"/>
                  <a:pt x="10273" y="21600"/>
                </a:cubicBezTo>
                <a:cubicBezTo>
                  <a:pt x="10295" y="20711"/>
                  <a:pt x="10430" y="19847"/>
                  <a:pt x="10654" y="18983"/>
                </a:cubicBezTo>
                <a:cubicBezTo>
                  <a:pt x="11125" y="17206"/>
                  <a:pt x="12045" y="15552"/>
                  <a:pt x="13279" y="14268"/>
                </a:cubicBezTo>
                <a:cubicBezTo>
                  <a:pt x="14467" y="12960"/>
                  <a:pt x="16015" y="12096"/>
                  <a:pt x="17675" y="11602"/>
                </a:cubicBezTo>
                <a:cubicBezTo>
                  <a:pt x="18258" y="11454"/>
                  <a:pt x="18841" y="11380"/>
                  <a:pt x="19447" y="11331"/>
                </a:cubicBezTo>
                <a:cubicBezTo>
                  <a:pt x="19447" y="9183"/>
                  <a:pt x="19447" y="9183"/>
                  <a:pt x="19447" y="9183"/>
                </a:cubicBezTo>
                <a:cubicBezTo>
                  <a:pt x="19828" y="9109"/>
                  <a:pt x="19828" y="9109"/>
                  <a:pt x="19828" y="9109"/>
                </a:cubicBezTo>
                <a:cubicBezTo>
                  <a:pt x="20860" y="8912"/>
                  <a:pt x="21600" y="7949"/>
                  <a:pt x="21600" y="6764"/>
                </a:cubicBezTo>
                <a:cubicBezTo>
                  <a:pt x="21600" y="5579"/>
                  <a:pt x="20860" y="4592"/>
                  <a:pt x="19828" y="4394"/>
                </a:cubicBezTo>
                <a:cubicBezTo>
                  <a:pt x="19447" y="4320"/>
                  <a:pt x="19447" y="4320"/>
                  <a:pt x="19447" y="4320"/>
                </a:cubicBezTo>
                <a:cubicBezTo>
                  <a:pt x="19447" y="0"/>
                  <a:pt x="19447" y="0"/>
                  <a:pt x="19447" y="0"/>
                </a:cubicBezTo>
                <a:cubicBezTo>
                  <a:pt x="18931" y="25"/>
                  <a:pt x="18437" y="49"/>
                  <a:pt x="17921" y="123"/>
                </a:cubicBezTo>
                <a:cubicBezTo>
                  <a:pt x="17720" y="1185"/>
                  <a:pt x="17563" y="2197"/>
                  <a:pt x="17450" y="3259"/>
                </a:cubicBezTo>
                <a:cubicBezTo>
                  <a:pt x="15880" y="3579"/>
                  <a:pt x="15880" y="3579"/>
                  <a:pt x="15880" y="3579"/>
                </a:cubicBezTo>
                <a:cubicBezTo>
                  <a:pt x="14355" y="4098"/>
                  <a:pt x="14355" y="4098"/>
                  <a:pt x="14355" y="4098"/>
                </a:cubicBezTo>
                <a:cubicBezTo>
                  <a:pt x="13817" y="3209"/>
                  <a:pt x="13234" y="2370"/>
                  <a:pt x="12628" y="1555"/>
                </a:cubicBezTo>
                <a:cubicBezTo>
                  <a:pt x="11080" y="2197"/>
                  <a:pt x="9622" y="3110"/>
                  <a:pt x="8277" y="4172"/>
                </a:cubicBezTo>
                <a:cubicBezTo>
                  <a:pt x="8568" y="5159"/>
                  <a:pt x="8905" y="6171"/>
                  <a:pt x="9286" y="7134"/>
                </a:cubicBezTo>
                <a:cubicBezTo>
                  <a:pt x="8882" y="7529"/>
                  <a:pt x="8456" y="7875"/>
                  <a:pt x="8075" y="8294"/>
                </a:cubicBezTo>
                <a:cubicBezTo>
                  <a:pt x="7716" y="8714"/>
                  <a:pt x="7312" y="9109"/>
                  <a:pt x="6976" y="9578"/>
                </a:cubicBezTo>
                <a:cubicBezTo>
                  <a:pt x="6123" y="9134"/>
                  <a:pt x="5226" y="8714"/>
                  <a:pt x="4329" y="8319"/>
                </a:cubicBezTo>
                <a:cubicBezTo>
                  <a:pt x="3297" y="9751"/>
                  <a:pt x="2422" y="11331"/>
                  <a:pt x="1750" y="12985"/>
                </a:cubicBezTo>
                <a:cubicBezTo>
                  <a:pt x="2490" y="13701"/>
                  <a:pt x="3230" y="14367"/>
                  <a:pt x="3993" y="15009"/>
                </a:cubicBezTo>
                <a:cubicBezTo>
                  <a:pt x="3746" y="15552"/>
                  <a:pt x="3634" y="16120"/>
                  <a:pt x="3454" y="16663"/>
                </a:cubicBezTo>
                <a:cubicBezTo>
                  <a:pt x="3275" y="17231"/>
                  <a:pt x="3207" y="17798"/>
                  <a:pt x="3095" y="18391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3" name="Shape 6915">
            <a:extLst>
              <a:ext uri="{FF2B5EF4-FFF2-40B4-BE49-F238E27FC236}">
                <a16:creationId xmlns:a16="http://schemas.microsoft.com/office/drawing/2014/main" id="{A0BAA8A5-40B1-6294-B006-7FF2334A7F7F}"/>
              </a:ext>
            </a:extLst>
          </p:cNvPr>
          <p:cNvSpPr/>
          <p:nvPr/>
        </p:nvSpPr>
        <p:spPr>
          <a:xfrm>
            <a:off x="11887881" y="-281352"/>
            <a:ext cx="608237" cy="6764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181"/>
                </a:moveTo>
                <a:cubicBezTo>
                  <a:pt x="1410" y="3559"/>
                  <a:pt x="2375" y="4738"/>
                  <a:pt x="2375" y="6095"/>
                </a:cubicBezTo>
                <a:cubicBezTo>
                  <a:pt x="2375" y="7452"/>
                  <a:pt x="1410" y="8609"/>
                  <a:pt x="0" y="9009"/>
                </a:cubicBezTo>
                <a:cubicBezTo>
                  <a:pt x="0" y="10188"/>
                  <a:pt x="0" y="10188"/>
                  <a:pt x="0" y="10188"/>
                </a:cubicBezTo>
                <a:cubicBezTo>
                  <a:pt x="866" y="10233"/>
                  <a:pt x="1732" y="10344"/>
                  <a:pt x="2573" y="10566"/>
                </a:cubicBezTo>
                <a:cubicBezTo>
                  <a:pt x="4379" y="11034"/>
                  <a:pt x="6037" y="11946"/>
                  <a:pt x="7324" y="13169"/>
                </a:cubicBezTo>
                <a:cubicBezTo>
                  <a:pt x="8635" y="14370"/>
                  <a:pt x="9501" y="15883"/>
                  <a:pt x="9971" y="17529"/>
                </a:cubicBezTo>
                <a:cubicBezTo>
                  <a:pt x="10120" y="18130"/>
                  <a:pt x="10219" y="18753"/>
                  <a:pt x="10268" y="19375"/>
                </a:cubicBezTo>
                <a:cubicBezTo>
                  <a:pt x="12767" y="19375"/>
                  <a:pt x="12767" y="19375"/>
                  <a:pt x="12767" y="19375"/>
                </a:cubicBezTo>
                <a:cubicBezTo>
                  <a:pt x="12841" y="19754"/>
                  <a:pt x="12841" y="19754"/>
                  <a:pt x="12841" y="19754"/>
                </a:cubicBezTo>
                <a:cubicBezTo>
                  <a:pt x="13014" y="20821"/>
                  <a:pt x="14029" y="21600"/>
                  <a:pt x="15216" y="21600"/>
                </a:cubicBezTo>
                <a:cubicBezTo>
                  <a:pt x="16404" y="21600"/>
                  <a:pt x="17394" y="20821"/>
                  <a:pt x="17592" y="19776"/>
                </a:cubicBezTo>
                <a:cubicBezTo>
                  <a:pt x="17641" y="19375"/>
                  <a:pt x="17641" y="19375"/>
                  <a:pt x="17641" y="19375"/>
                </a:cubicBezTo>
                <a:cubicBezTo>
                  <a:pt x="21600" y="19375"/>
                  <a:pt x="21600" y="19375"/>
                  <a:pt x="21600" y="19375"/>
                </a:cubicBezTo>
                <a:cubicBezTo>
                  <a:pt x="21600" y="18842"/>
                  <a:pt x="21551" y="18308"/>
                  <a:pt x="21476" y="17774"/>
                </a:cubicBezTo>
                <a:cubicBezTo>
                  <a:pt x="20437" y="17596"/>
                  <a:pt x="19423" y="17418"/>
                  <a:pt x="18359" y="17307"/>
                </a:cubicBezTo>
                <a:cubicBezTo>
                  <a:pt x="18012" y="15750"/>
                  <a:pt x="18012" y="15750"/>
                  <a:pt x="18012" y="15750"/>
                </a:cubicBezTo>
                <a:cubicBezTo>
                  <a:pt x="17518" y="14237"/>
                  <a:pt x="17518" y="14237"/>
                  <a:pt x="17518" y="14237"/>
                </a:cubicBezTo>
                <a:cubicBezTo>
                  <a:pt x="18408" y="13703"/>
                  <a:pt x="19225" y="13125"/>
                  <a:pt x="20066" y="12524"/>
                </a:cubicBezTo>
                <a:cubicBezTo>
                  <a:pt x="19423" y="10989"/>
                  <a:pt x="18482" y="9543"/>
                  <a:pt x="17443" y="8208"/>
                </a:cubicBezTo>
                <a:cubicBezTo>
                  <a:pt x="16429" y="8498"/>
                  <a:pt x="15414" y="8854"/>
                  <a:pt x="14449" y="9209"/>
                </a:cubicBezTo>
                <a:cubicBezTo>
                  <a:pt x="14078" y="8809"/>
                  <a:pt x="13732" y="8386"/>
                  <a:pt x="13287" y="8008"/>
                </a:cubicBezTo>
                <a:cubicBezTo>
                  <a:pt x="12866" y="7652"/>
                  <a:pt x="12470" y="7252"/>
                  <a:pt x="12000" y="6918"/>
                </a:cubicBezTo>
                <a:cubicBezTo>
                  <a:pt x="12470" y="6073"/>
                  <a:pt x="12891" y="5183"/>
                  <a:pt x="13262" y="4293"/>
                </a:cubicBezTo>
                <a:cubicBezTo>
                  <a:pt x="11827" y="3270"/>
                  <a:pt x="10268" y="2402"/>
                  <a:pt x="8586" y="1735"/>
                </a:cubicBezTo>
                <a:cubicBezTo>
                  <a:pt x="7868" y="2469"/>
                  <a:pt x="7200" y="3203"/>
                  <a:pt x="6581" y="3960"/>
                </a:cubicBezTo>
                <a:cubicBezTo>
                  <a:pt x="6037" y="3737"/>
                  <a:pt x="5468" y="3604"/>
                  <a:pt x="4899" y="3426"/>
                </a:cubicBezTo>
                <a:cubicBezTo>
                  <a:pt x="4355" y="3270"/>
                  <a:pt x="3761" y="3181"/>
                  <a:pt x="3192" y="3070"/>
                </a:cubicBezTo>
                <a:cubicBezTo>
                  <a:pt x="3093" y="2113"/>
                  <a:pt x="2994" y="1135"/>
                  <a:pt x="2796" y="200"/>
                </a:cubicBezTo>
                <a:cubicBezTo>
                  <a:pt x="1880" y="111"/>
                  <a:pt x="940" y="22"/>
                  <a:pt x="0" y="0"/>
                </a:cubicBezTo>
                <a:lnTo>
                  <a:pt x="0" y="3181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4" name="Shape 6916">
            <a:extLst>
              <a:ext uri="{FF2B5EF4-FFF2-40B4-BE49-F238E27FC236}">
                <a16:creationId xmlns:a16="http://schemas.microsoft.com/office/drawing/2014/main" id="{A97B509F-18C3-9185-98DC-FC04758159D7}"/>
              </a:ext>
            </a:extLst>
          </p:cNvPr>
          <p:cNvSpPr/>
          <p:nvPr/>
        </p:nvSpPr>
        <p:spPr>
          <a:xfrm>
            <a:off x="-214215" y="6462883"/>
            <a:ext cx="603875" cy="671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530"/>
                </a:moveTo>
                <a:cubicBezTo>
                  <a:pt x="20205" y="18127"/>
                  <a:pt x="19233" y="16984"/>
                  <a:pt x="19233" y="15595"/>
                </a:cubicBezTo>
                <a:cubicBezTo>
                  <a:pt x="19233" y="14228"/>
                  <a:pt x="20205" y="13063"/>
                  <a:pt x="21600" y="12682"/>
                </a:cubicBezTo>
                <a:cubicBezTo>
                  <a:pt x="21600" y="11338"/>
                  <a:pt x="21600" y="11338"/>
                  <a:pt x="21600" y="11338"/>
                </a:cubicBezTo>
                <a:cubicBezTo>
                  <a:pt x="20778" y="11293"/>
                  <a:pt x="19956" y="11181"/>
                  <a:pt x="19158" y="10957"/>
                </a:cubicBezTo>
                <a:cubicBezTo>
                  <a:pt x="17365" y="10486"/>
                  <a:pt x="15696" y="9590"/>
                  <a:pt x="14400" y="8358"/>
                </a:cubicBezTo>
                <a:cubicBezTo>
                  <a:pt x="13080" y="7148"/>
                  <a:pt x="12208" y="5602"/>
                  <a:pt x="11709" y="3966"/>
                </a:cubicBezTo>
                <a:cubicBezTo>
                  <a:pt x="11560" y="3383"/>
                  <a:pt x="11485" y="2801"/>
                  <a:pt x="11435" y="2218"/>
                </a:cubicBezTo>
                <a:cubicBezTo>
                  <a:pt x="9841" y="2218"/>
                  <a:pt x="9841" y="2218"/>
                  <a:pt x="9841" y="2218"/>
                </a:cubicBezTo>
                <a:cubicBezTo>
                  <a:pt x="9766" y="1837"/>
                  <a:pt x="9766" y="1837"/>
                  <a:pt x="9766" y="1837"/>
                </a:cubicBezTo>
                <a:cubicBezTo>
                  <a:pt x="9592" y="784"/>
                  <a:pt x="8570" y="0"/>
                  <a:pt x="7374" y="0"/>
                </a:cubicBezTo>
                <a:cubicBezTo>
                  <a:pt x="6179" y="0"/>
                  <a:pt x="5182" y="784"/>
                  <a:pt x="4983" y="1837"/>
                </a:cubicBezTo>
                <a:cubicBezTo>
                  <a:pt x="4933" y="2218"/>
                  <a:pt x="4933" y="2218"/>
                  <a:pt x="4933" y="2218"/>
                </a:cubicBezTo>
                <a:cubicBezTo>
                  <a:pt x="0" y="2218"/>
                  <a:pt x="0" y="2218"/>
                  <a:pt x="0" y="2218"/>
                </a:cubicBezTo>
                <a:cubicBezTo>
                  <a:pt x="25" y="2711"/>
                  <a:pt x="75" y="3204"/>
                  <a:pt x="125" y="3697"/>
                </a:cubicBezTo>
                <a:cubicBezTo>
                  <a:pt x="1196" y="3899"/>
                  <a:pt x="2217" y="4056"/>
                  <a:pt x="3289" y="4168"/>
                </a:cubicBezTo>
                <a:cubicBezTo>
                  <a:pt x="3612" y="5736"/>
                  <a:pt x="3612" y="5736"/>
                  <a:pt x="3612" y="5736"/>
                </a:cubicBezTo>
                <a:cubicBezTo>
                  <a:pt x="4111" y="7260"/>
                  <a:pt x="4111" y="7260"/>
                  <a:pt x="4111" y="7260"/>
                </a:cubicBezTo>
                <a:cubicBezTo>
                  <a:pt x="3239" y="7820"/>
                  <a:pt x="2392" y="8380"/>
                  <a:pt x="1570" y="8985"/>
                </a:cubicBezTo>
                <a:cubicBezTo>
                  <a:pt x="2217" y="10554"/>
                  <a:pt x="3139" y="11988"/>
                  <a:pt x="4210" y="13354"/>
                </a:cubicBezTo>
                <a:cubicBezTo>
                  <a:pt x="5207" y="13063"/>
                  <a:pt x="6228" y="12705"/>
                  <a:pt x="7200" y="12324"/>
                </a:cubicBezTo>
                <a:cubicBezTo>
                  <a:pt x="7599" y="12727"/>
                  <a:pt x="7947" y="13175"/>
                  <a:pt x="8371" y="13534"/>
                </a:cubicBezTo>
                <a:cubicBezTo>
                  <a:pt x="8794" y="13915"/>
                  <a:pt x="9193" y="14318"/>
                  <a:pt x="9666" y="14632"/>
                </a:cubicBezTo>
                <a:cubicBezTo>
                  <a:pt x="9218" y="15505"/>
                  <a:pt x="8794" y="16379"/>
                  <a:pt x="8421" y="17298"/>
                </a:cubicBezTo>
                <a:cubicBezTo>
                  <a:pt x="9841" y="18329"/>
                  <a:pt x="11435" y="19180"/>
                  <a:pt x="13104" y="19852"/>
                </a:cubicBezTo>
                <a:cubicBezTo>
                  <a:pt x="13827" y="19135"/>
                  <a:pt x="14500" y="18396"/>
                  <a:pt x="15147" y="17634"/>
                </a:cubicBezTo>
                <a:cubicBezTo>
                  <a:pt x="15671" y="17858"/>
                  <a:pt x="16269" y="17970"/>
                  <a:pt x="16817" y="18149"/>
                </a:cubicBezTo>
                <a:cubicBezTo>
                  <a:pt x="17390" y="18329"/>
                  <a:pt x="17963" y="18418"/>
                  <a:pt x="18561" y="18530"/>
                </a:cubicBezTo>
                <a:cubicBezTo>
                  <a:pt x="18635" y="19494"/>
                  <a:pt x="18760" y="20457"/>
                  <a:pt x="18934" y="21398"/>
                </a:cubicBezTo>
                <a:cubicBezTo>
                  <a:pt x="19806" y="21510"/>
                  <a:pt x="20703" y="21578"/>
                  <a:pt x="21600" y="21600"/>
                </a:cubicBezTo>
                <a:lnTo>
                  <a:pt x="21600" y="18530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5" name="Shape 6917">
            <a:extLst>
              <a:ext uri="{FF2B5EF4-FFF2-40B4-BE49-F238E27FC236}">
                <a16:creationId xmlns:a16="http://schemas.microsoft.com/office/drawing/2014/main" id="{D1ACD98F-2C1D-581A-DF11-5650E79AD119}"/>
              </a:ext>
            </a:extLst>
          </p:cNvPr>
          <p:cNvSpPr/>
          <p:nvPr/>
        </p:nvSpPr>
        <p:spPr>
          <a:xfrm>
            <a:off x="11661729" y="6462883"/>
            <a:ext cx="675119" cy="605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46" y="3107"/>
                </a:moveTo>
                <a:cubicBezTo>
                  <a:pt x="19482" y="3008"/>
                  <a:pt x="20463" y="2908"/>
                  <a:pt x="21399" y="2734"/>
                </a:cubicBezTo>
                <a:cubicBezTo>
                  <a:pt x="21511" y="1814"/>
                  <a:pt x="21578" y="920"/>
                  <a:pt x="21600" y="0"/>
                </a:cubicBezTo>
                <a:cubicBezTo>
                  <a:pt x="18769" y="0"/>
                  <a:pt x="18769" y="0"/>
                  <a:pt x="18769" y="0"/>
                </a:cubicBezTo>
                <a:cubicBezTo>
                  <a:pt x="18412" y="1491"/>
                  <a:pt x="17231" y="2461"/>
                  <a:pt x="15849" y="2461"/>
                </a:cubicBezTo>
                <a:cubicBezTo>
                  <a:pt x="14467" y="2461"/>
                  <a:pt x="13285" y="1491"/>
                  <a:pt x="12907" y="0"/>
                </a:cubicBezTo>
                <a:cubicBezTo>
                  <a:pt x="11391" y="0"/>
                  <a:pt x="11391" y="0"/>
                  <a:pt x="11391" y="0"/>
                </a:cubicBezTo>
                <a:cubicBezTo>
                  <a:pt x="11346" y="845"/>
                  <a:pt x="11235" y="1665"/>
                  <a:pt x="11012" y="2486"/>
                </a:cubicBezTo>
                <a:cubicBezTo>
                  <a:pt x="10544" y="4300"/>
                  <a:pt x="9630" y="5941"/>
                  <a:pt x="8426" y="7258"/>
                </a:cubicBezTo>
                <a:cubicBezTo>
                  <a:pt x="7222" y="8575"/>
                  <a:pt x="5684" y="9445"/>
                  <a:pt x="4057" y="9942"/>
                </a:cubicBezTo>
                <a:cubicBezTo>
                  <a:pt x="3433" y="10092"/>
                  <a:pt x="2786" y="10191"/>
                  <a:pt x="2140" y="10216"/>
                </a:cubicBezTo>
                <a:cubicBezTo>
                  <a:pt x="2140" y="12503"/>
                  <a:pt x="2140" y="12503"/>
                  <a:pt x="2140" y="12503"/>
                </a:cubicBezTo>
                <a:cubicBezTo>
                  <a:pt x="1761" y="12577"/>
                  <a:pt x="1761" y="12577"/>
                  <a:pt x="1761" y="12577"/>
                </a:cubicBezTo>
                <a:cubicBezTo>
                  <a:pt x="736" y="12801"/>
                  <a:pt x="0" y="13770"/>
                  <a:pt x="0" y="14939"/>
                </a:cubicBezTo>
                <a:cubicBezTo>
                  <a:pt x="0" y="16132"/>
                  <a:pt x="736" y="17101"/>
                  <a:pt x="1761" y="17325"/>
                </a:cubicBezTo>
                <a:cubicBezTo>
                  <a:pt x="2140" y="17399"/>
                  <a:pt x="2140" y="17399"/>
                  <a:pt x="2140" y="17399"/>
                </a:cubicBezTo>
                <a:cubicBezTo>
                  <a:pt x="2140" y="21600"/>
                  <a:pt x="2140" y="21600"/>
                  <a:pt x="2140" y="21600"/>
                </a:cubicBezTo>
                <a:cubicBezTo>
                  <a:pt x="2697" y="21600"/>
                  <a:pt x="3254" y="21550"/>
                  <a:pt x="3789" y="21476"/>
                </a:cubicBezTo>
                <a:cubicBezTo>
                  <a:pt x="3990" y="20432"/>
                  <a:pt x="4146" y="19413"/>
                  <a:pt x="4258" y="18344"/>
                </a:cubicBezTo>
                <a:cubicBezTo>
                  <a:pt x="5818" y="18021"/>
                  <a:pt x="5818" y="18021"/>
                  <a:pt x="5818" y="18021"/>
                </a:cubicBezTo>
                <a:cubicBezTo>
                  <a:pt x="7356" y="17499"/>
                  <a:pt x="7356" y="17499"/>
                  <a:pt x="7356" y="17499"/>
                </a:cubicBezTo>
                <a:cubicBezTo>
                  <a:pt x="7891" y="18394"/>
                  <a:pt x="8448" y="19214"/>
                  <a:pt x="9050" y="20059"/>
                </a:cubicBezTo>
                <a:cubicBezTo>
                  <a:pt x="10611" y="19413"/>
                  <a:pt x="12037" y="18468"/>
                  <a:pt x="13397" y="17424"/>
                </a:cubicBezTo>
                <a:cubicBezTo>
                  <a:pt x="13107" y="16405"/>
                  <a:pt x="12750" y="15386"/>
                  <a:pt x="12372" y="14417"/>
                </a:cubicBezTo>
                <a:cubicBezTo>
                  <a:pt x="12773" y="14044"/>
                  <a:pt x="13219" y="13696"/>
                  <a:pt x="13575" y="13248"/>
                </a:cubicBezTo>
                <a:cubicBezTo>
                  <a:pt x="13954" y="12826"/>
                  <a:pt x="14355" y="12453"/>
                  <a:pt x="14667" y="11981"/>
                </a:cubicBezTo>
                <a:cubicBezTo>
                  <a:pt x="15515" y="12428"/>
                  <a:pt x="16406" y="12826"/>
                  <a:pt x="17320" y="13223"/>
                </a:cubicBezTo>
                <a:cubicBezTo>
                  <a:pt x="18346" y="11782"/>
                  <a:pt x="19193" y="10216"/>
                  <a:pt x="19861" y="8526"/>
                </a:cubicBezTo>
                <a:cubicBezTo>
                  <a:pt x="19148" y="7805"/>
                  <a:pt x="18412" y="7134"/>
                  <a:pt x="17654" y="6512"/>
                </a:cubicBezTo>
                <a:cubicBezTo>
                  <a:pt x="17877" y="5965"/>
                  <a:pt x="17989" y="5394"/>
                  <a:pt x="18167" y="4822"/>
                </a:cubicBezTo>
                <a:cubicBezTo>
                  <a:pt x="18346" y="4275"/>
                  <a:pt x="18412" y="3679"/>
                  <a:pt x="18546" y="3107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4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5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0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150"/>
                            </p:stCondLst>
                            <p:childTnLst>
                              <p:par>
                                <p:cTn id="4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8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35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4B8C-94A6-A6BF-7856-EC0EC7F3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6891">
            <a:extLst>
              <a:ext uri="{FF2B5EF4-FFF2-40B4-BE49-F238E27FC236}">
                <a16:creationId xmlns:a16="http://schemas.microsoft.com/office/drawing/2014/main" id="{0ED687BA-2633-80C2-365D-0E6888A67FB4}"/>
              </a:ext>
            </a:extLst>
          </p:cNvPr>
          <p:cNvSpPr/>
          <p:nvPr/>
        </p:nvSpPr>
        <p:spPr>
          <a:xfrm flipH="1">
            <a:off x="6343748" y="3258315"/>
            <a:ext cx="1362527" cy="13623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507"/>
                  <a:pt x="0" y="13507"/>
                  <a:pt x="0" y="13507"/>
                </a:cubicBezTo>
                <a:cubicBezTo>
                  <a:pt x="0" y="17978"/>
                  <a:pt x="3622" y="21600"/>
                  <a:pt x="8112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8112"/>
                  <a:pt x="21600" y="8112"/>
                  <a:pt x="21600" y="8112"/>
                </a:cubicBezTo>
                <a:cubicBezTo>
                  <a:pt x="21600" y="3622"/>
                  <a:pt x="17978" y="0"/>
                  <a:pt x="13507" y="0"/>
                </a:cubicBezTo>
                <a:close/>
              </a:path>
            </a:pathLst>
          </a:custGeom>
          <a:solidFill>
            <a:srgbClr val="E0E0E0">
              <a:alpha val="15000"/>
            </a:srgbClr>
          </a:solidFill>
          <a:ln>
            <a:round/>
          </a:ln>
        </p:spPr>
        <p:txBody>
          <a:bodyPr lIns="0" tIns="0" rIns="0" bIns="0"/>
          <a:lstStyle/>
          <a:p>
            <a:pPr lvl="0">
              <a:lnSpc>
                <a:spcPct val="150000"/>
              </a:lnSpc>
              <a:buClrTx/>
            </a:pPr>
            <a:endParaRPr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8" name="Shape 6914">
            <a:extLst>
              <a:ext uri="{FF2B5EF4-FFF2-40B4-BE49-F238E27FC236}">
                <a16:creationId xmlns:a16="http://schemas.microsoft.com/office/drawing/2014/main" id="{0E815AE4-DB72-59A4-457C-8FA58E652AE5}"/>
              </a:ext>
            </a:extLst>
          </p:cNvPr>
          <p:cNvSpPr/>
          <p:nvPr/>
        </p:nvSpPr>
        <p:spPr>
          <a:xfrm>
            <a:off x="3572476" y="2069964"/>
            <a:ext cx="2365896" cy="21501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95" y="18391"/>
                </a:moveTo>
                <a:cubicBezTo>
                  <a:pt x="2131" y="18465"/>
                  <a:pt x="1144" y="18588"/>
                  <a:pt x="224" y="18761"/>
                </a:cubicBezTo>
                <a:cubicBezTo>
                  <a:pt x="90" y="19699"/>
                  <a:pt x="22" y="20637"/>
                  <a:pt x="0" y="21600"/>
                </a:cubicBezTo>
                <a:cubicBezTo>
                  <a:pt x="3701" y="21600"/>
                  <a:pt x="3701" y="21600"/>
                  <a:pt x="3701" y="21600"/>
                </a:cubicBezTo>
                <a:cubicBezTo>
                  <a:pt x="4060" y="20168"/>
                  <a:pt x="5249" y="19156"/>
                  <a:pt x="6639" y="19156"/>
                </a:cubicBezTo>
                <a:cubicBezTo>
                  <a:pt x="8030" y="19156"/>
                  <a:pt x="9219" y="20168"/>
                  <a:pt x="9600" y="21600"/>
                </a:cubicBezTo>
                <a:cubicBezTo>
                  <a:pt x="10273" y="21600"/>
                  <a:pt x="10273" y="21600"/>
                  <a:pt x="10273" y="21600"/>
                </a:cubicBezTo>
                <a:cubicBezTo>
                  <a:pt x="10295" y="20711"/>
                  <a:pt x="10430" y="19847"/>
                  <a:pt x="10654" y="18983"/>
                </a:cubicBezTo>
                <a:cubicBezTo>
                  <a:pt x="11125" y="17206"/>
                  <a:pt x="12045" y="15552"/>
                  <a:pt x="13279" y="14268"/>
                </a:cubicBezTo>
                <a:cubicBezTo>
                  <a:pt x="14467" y="12960"/>
                  <a:pt x="16015" y="12096"/>
                  <a:pt x="17675" y="11602"/>
                </a:cubicBezTo>
                <a:cubicBezTo>
                  <a:pt x="18258" y="11454"/>
                  <a:pt x="18841" y="11380"/>
                  <a:pt x="19447" y="11331"/>
                </a:cubicBezTo>
                <a:cubicBezTo>
                  <a:pt x="19447" y="9183"/>
                  <a:pt x="19447" y="9183"/>
                  <a:pt x="19447" y="9183"/>
                </a:cubicBezTo>
                <a:cubicBezTo>
                  <a:pt x="19828" y="9109"/>
                  <a:pt x="19828" y="9109"/>
                  <a:pt x="19828" y="9109"/>
                </a:cubicBezTo>
                <a:cubicBezTo>
                  <a:pt x="20860" y="8912"/>
                  <a:pt x="21600" y="7949"/>
                  <a:pt x="21600" y="6764"/>
                </a:cubicBezTo>
                <a:cubicBezTo>
                  <a:pt x="21600" y="5579"/>
                  <a:pt x="20860" y="4592"/>
                  <a:pt x="19828" y="4394"/>
                </a:cubicBezTo>
                <a:cubicBezTo>
                  <a:pt x="19447" y="4320"/>
                  <a:pt x="19447" y="4320"/>
                  <a:pt x="19447" y="4320"/>
                </a:cubicBezTo>
                <a:cubicBezTo>
                  <a:pt x="19447" y="0"/>
                  <a:pt x="19447" y="0"/>
                  <a:pt x="19447" y="0"/>
                </a:cubicBezTo>
                <a:cubicBezTo>
                  <a:pt x="18931" y="25"/>
                  <a:pt x="18437" y="49"/>
                  <a:pt x="17921" y="123"/>
                </a:cubicBezTo>
                <a:cubicBezTo>
                  <a:pt x="17720" y="1185"/>
                  <a:pt x="17563" y="2197"/>
                  <a:pt x="17450" y="3259"/>
                </a:cubicBezTo>
                <a:cubicBezTo>
                  <a:pt x="15880" y="3579"/>
                  <a:pt x="15880" y="3579"/>
                  <a:pt x="15880" y="3579"/>
                </a:cubicBezTo>
                <a:cubicBezTo>
                  <a:pt x="14355" y="4098"/>
                  <a:pt x="14355" y="4098"/>
                  <a:pt x="14355" y="4098"/>
                </a:cubicBezTo>
                <a:cubicBezTo>
                  <a:pt x="13817" y="3209"/>
                  <a:pt x="13234" y="2370"/>
                  <a:pt x="12628" y="1555"/>
                </a:cubicBezTo>
                <a:cubicBezTo>
                  <a:pt x="11080" y="2197"/>
                  <a:pt x="9622" y="3110"/>
                  <a:pt x="8277" y="4172"/>
                </a:cubicBezTo>
                <a:cubicBezTo>
                  <a:pt x="8568" y="5159"/>
                  <a:pt x="8905" y="6171"/>
                  <a:pt x="9286" y="7134"/>
                </a:cubicBezTo>
                <a:cubicBezTo>
                  <a:pt x="8882" y="7529"/>
                  <a:pt x="8456" y="7875"/>
                  <a:pt x="8075" y="8294"/>
                </a:cubicBezTo>
                <a:cubicBezTo>
                  <a:pt x="7716" y="8714"/>
                  <a:pt x="7312" y="9109"/>
                  <a:pt x="6976" y="9578"/>
                </a:cubicBezTo>
                <a:cubicBezTo>
                  <a:pt x="6123" y="9134"/>
                  <a:pt x="5226" y="8714"/>
                  <a:pt x="4329" y="8319"/>
                </a:cubicBezTo>
                <a:cubicBezTo>
                  <a:pt x="3297" y="9751"/>
                  <a:pt x="2422" y="11331"/>
                  <a:pt x="1750" y="12985"/>
                </a:cubicBezTo>
                <a:cubicBezTo>
                  <a:pt x="2490" y="13701"/>
                  <a:pt x="3230" y="14367"/>
                  <a:pt x="3993" y="15009"/>
                </a:cubicBezTo>
                <a:cubicBezTo>
                  <a:pt x="3746" y="15552"/>
                  <a:pt x="3634" y="16120"/>
                  <a:pt x="3454" y="16663"/>
                </a:cubicBezTo>
                <a:cubicBezTo>
                  <a:pt x="3275" y="17231"/>
                  <a:pt x="3207" y="17798"/>
                  <a:pt x="3095" y="18391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9" name="Shape 6915">
            <a:extLst>
              <a:ext uri="{FF2B5EF4-FFF2-40B4-BE49-F238E27FC236}">
                <a16:creationId xmlns:a16="http://schemas.microsoft.com/office/drawing/2014/main" id="{0907EBB1-FD21-6571-802B-6CEDD527F213}"/>
              </a:ext>
            </a:extLst>
          </p:cNvPr>
          <p:cNvSpPr/>
          <p:nvPr/>
        </p:nvSpPr>
        <p:spPr>
          <a:xfrm>
            <a:off x="5799904" y="2069962"/>
            <a:ext cx="2145376" cy="238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181"/>
                </a:moveTo>
                <a:cubicBezTo>
                  <a:pt x="1410" y="3559"/>
                  <a:pt x="2375" y="4738"/>
                  <a:pt x="2375" y="6095"/>
                </a:cubicBezTo>
                <a:cubicBezTo>
                  <a:pt x="2375" y="7452"/>
                  <a:pt x="1410" y="8609"/>
                  <a:pt x="0" y="9009"/>
                </a:cubicBezTo>
                <a:cubicBezTo>
                  <a:pt x="0" y="10188"/>
                  <a:pt x="0" y="10188"/>
                  <a:pt x="0" y="10188"/>
                </a:cubicBezTo>
                <a:cubicBezTo>
                  <a:pt x="866" y="10233"/>
                  <a:pt x="1732" y="10344"/>
                  <a:pt x="2573" y="10566"/>
                </a:cubicBezTo>
                <a:cubicBezTo>
                  <a:pt x="4379" y="11034"/>
                  <a:pt x="6037" y="11946"/>
                  <a:pt x="7324" y="13169"/>
                </a:cubicBezTo>
                <a:cubicBezTo>
                  <a:pt x="8635" y="14370"/>
                  <a:pt x="9501" y="15883"/>
                  <a:pt x="9971" y="17529"/>
                </a:cubicBezTo>
                <a:cubicBezTo>
                  <a:pt x="10120" y="18130"/>
                  <a:pt x="10219" y="18753"/>
                  <a:pt x="10268" y="19375"/>
                </a:cubicBezTo>
                <a:cubicBezTo>
                  <a:pt x="12767" y="19375"/>
                  <a:pt x="12767" y="19375"/>
                  <a:pt x="12767" y="19375"/>
                </a:cubicBezTo>
                <a:cubicBezTo>
                  <a:pt x="12841" y="19754"/>
                  <a:pt x="12841" y="19754"/>
                  <a:pt x="12841" y="19754"/>
                </a:cubicBezTo>
                <a:cubicBezTo>
                  <a:pt x="13014" y="20821"/>
                  <a:pt x="14029" y="21600"/>
                  <a:pt x="15216" y="21600"/>
                </a:cubicBezTo>
                <a:cubicBezTo>
                  <a:pt x="16404" y="21600"/>
                  <a:pt x="17394" y="20821"/>
                  <a:pt x="17592" y="19776"/>
                </a:cubicBezTo>
                <a:cubicBezTo>
                  <a:pt x="17641" y="19375"/>
                  <a:pt x="17641" y="19375"/>
                  <a:pt x="17641" y="19375"/>
                </a:cubicBezTo>
                <a:cubicBezTo>
                  <a:pt x="21600" y="19375"/>
                  <a:pt x="21600" y="19375"/>
                  <a:pt x="21600" y="19375"/>
                </a:cubicBezTo>
                <a:cubicBezTo>
                  <a:pt x="21600" y="18842"/>
                  <a:pt x="21551" y="18308"/>
                  <a:pt x="21476" y="17774"/>
                </a:cubicBezTo>
                <a:cubicBezTo>
                  <a:pt x="20437" y="17596"/>
                  <a:pt x="19423" y="17418"/>
                  <a:pt x="18359" y="17307"/>
                </a:cubicBezTo>
                <a:cubicBezTo>
                  <a:pt x="18012" y="15750"/>
                  <a:pt x="18012" y="15750"/>
                  <a:pt x="18012" y="15750"/>
                </a:cubicBezTo>
                <a:cubicBezTo>
                  <a:pt x="17518" y="14237"/>
                  <a:pt x="17518" y="14237"/>
                  <a:pt x="17518" y="14237"/>
                </a:cubicBezTo>
                <a:cubicBezTo>
                  <a:pt x="18408" y="13703"/>
                  <a:pt x="19225" y="13125"/>
                  <a:pt x="20066" y="12524"/>
                </a:cubicBezTo>
                <a:cubicBezTo>
                  <a:pt x="19423" y="10989"/>
                  <a:pt x="18482" y="9543"/>
                  <a:pt x="17443" y="8208"/>
                </a:cubicBezTo>
                <a:cubicBezTo>
                  <a:pt x="16429" y="8498"/>
                  <a:pt x="15414" y="8854"/>
                  <a:pt x="14449" y="9209"/>
                </a:cubicBezTo>
                <a:cubicBezTo>
                  <a:pt x="14078" y="8809"/>
                  <a:pt x="13732" y="8386"/>
                  <a:pt x="13287" y="8008"/>
                </a:cubicBezTo>
                <a:cubicBezTo>
                  <a:pt x="12866" y="7652"/>
                  <a:pt x="12470" y="7252"/>
                  <a:pt x="12000" y="6918"/>
                </a:cubicBezTo>
                <a:cubicBezTo>
                  <a:pt x="12470" y="6073"/>
                  <a:pt x="12891" y="5183"/>
                  <a:pt x="13262" y="4293"/>
                </a:cubicBezTo>
                <a:cubicBezTo>
                  <a:pt x="11827" y="3270"/>
                  <a:pt x="10268" y="2402"/>
                  <a:pt x="8586" y="1735"/>
                </a:cubicBezTo>
                <a:cubicBezTo>
                  <a:pt x="7868" y="2469"/>
                  <a:pt x="7200" y="3203"/>
                  <a:pt x="6581" y="3960"/>
                </a:cubicBezTo>
                <a:cubicBezTo>
                  <a:pt x="6037" y="3737"/>
                  <a:pt x="5468" y="3604"/>
                  <a:pt x="4899" y="3426"/>
                </a:cubicBezTo>
                <a:cubicBezTo>
                  <a:pt x="4355" y="3270"/>
                  <a:pt x="3761" y="3181"/>
                  <a:pt x="3192" y="3070"/>
                </a:cubicBezTo>
                <a:cubicBezTo>
                  <a:pt x="3093" y="2113"/>
                  <a:pt x="2994" y="1135"/>
                  <a:pt x="2796" y="200"/>
                </a:cubicBezTo>
                <a:cubicBezTo>
                  <a:pt x="1880" y="111"/>
                  <a:pt x="940" y="22"/>
                  <a:pt x="0" y="0"/>
                </a:cubicBezTo>
                <a:lnTo>
                  <a:pt x="0" y="3181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0" name="Shape 6916">
            <a:extLst>
              <a:ext uri="{FF2B5EF4-FFF2-40B4-BE49-F238E27FC236}">
                <a16:creationId xmlns:a16="http://schemas.microsoft.com/office/drawing/2014/main" id="{8E92A97A-1F60-EE5D-2243-5A9F21860BBC}"/>
              </a:ext>
            </a:extLst>
          </p:cNvPr>
          <p:cNvSpPr/>
          <p:nvPr/>
        </p:nvSpPr>
        <p:spPr>
          <a:xfrm>
            <a:off x="3572477" y="4076564"/>
            <a:ext cx="2129989" cy="2367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530"/>
                </a:moveTo>
                <a:cubicBezTo>
                  <a:pt x="20205" y="18127"/>
                  <a:pt x="19233" y="16984"/>
                  <a:pt x="19233" y="15595"/>
                </a:cubicBezTo>
                <a:cubicBezTo>
                  <a:pt x="19233" y="14228"/>
                  <a:pt x="20205" y="13063"/>
                  <a:pt x="21600" y="12682"/>
                </a:cubicBezTo>
                <a:cubicBezTo>
                  <a:pt x="21600" y="11338"/>
                  <a:pt x="21600" y="11338"/>
                  <a:pt x="21600" y="11338"/>
                </a:cubicBezTo>
                <a:cubicBezTo>
                  <a:pt x="20778" y="11293"/>
                  <a:pt x="19956" y="11181"/>
                  <a:pt x="19158" y="10957"/>
                </a:cubicBezTo>
                <a:cubicBezTo>
                  <a:pt x="17365" y="10486"/>
                  <a:pt x="15696" y="9590"/>
                  <a:pt x="14400" y="8358"/>
                </a:cubicBezTo>
                <a:cubicBezTo>
                  <a:pt x="13080" y="7148"/>
                  <a:pt x="12208" y="5602"/>
                  <a:pt x="11709" y="3966"/>
                </a:cubicBezTo>
                <a:cubicBezTo>
                  <a:pt x="11560" y="3383"/>
                  <a:pt x="11485" y="2801"/>
                  <a:pt x="11435" y="2218"/>
                </a:cubicBezTo>
                <a:cubicBezTo>
                  <a:pt x="9841" y="2218"/>
                  <a:pt x="9841" y="2218"/>
                  <a:pt x="9841" y="2218"/>
                </a:cubicBezTo>
                <a:cubicBezTo>
                  <a:pt x="9766" y="1837"/>
                  <a:pt x="9766" y="1837"/>
                  <a:pt x="9766" y="1837"/>
                </a:cubicBezTo>
                <a:cubicBezTo>
                  <a:pt x="9592" y="784"/>
                  <a:pt x="8570" y="0"/>
                  <a:pt x="7374" y="0"/>
                </a:cubicBezTo>
                <a:cubicBezTo>
                  <a:pt x="6179" y="0"/>
                  <a:pt x="5182" y="784"/>
                  <a:pt x="4983" y="1837"/>
                </a:cubicBezTo>
                <a:cubicBezTo>
                  <a:pt x="4933" y="2218"/>
                  <a:pt x="4933" y="2218"/>
                  <a:pt x="4933" y="2218"/>
                </a:cubicBezTo>
                <a:cubicBezTo>
                  <a:pt x="0" y="2218"/>
                  <a:pt x="0" y="2218"/>
                  <a:pt x="0" y="2218"/>
                </a:cubicBezTo>
                <a:cubicBezTo>
                  <a:pt x="25" y="2711"/>
                  <a:pt x="75" y="3204"/>
                  <a:pt x="125" y="3697"/>
                </a:cubicBezTo>
                <a:cubicBezTo>
                  <a:pt x="1196" y="3899"/>
                  <a:pt x="2217" y="4056"/>
                  <a:pt x="3289" y="4168"/>
                </a:cubicBezTo>
                <a:cubicBezTo>
                  <a:pt x="3612" y="5736"/>
                  <a:pt x="3612" y="5736"/>
                  <a:pt x="3612" y="5736"/>
                </a:cubicBezTo>
                <a:cubicBezTo>
                  <a:pt x="4111" y="7260"/>
                  <a:pt x="4111" y="7260"/>
                  <a:pt x="4111" y="7260"/>
                </a:cubicBezTo>
                <a:cubicBezTo>
                  <a:pt x="3239" y="7820"/>
                  <a:pt x="2392" y="8380"/>
                  <a:pt x="1570" y="8985"/>
                </a:cubicBezTo>
                <a:cubicBezTo>
                  <a:pt x="2217" y="10554"/>
                  <a:pt x="3139" y="11988"/>
                  <a:pt x="4210" y="13354"/>
                </a:cubicBezTo>
                <a:cubicBezTo>
                  <a:pt x="5207" y="13063"/>
                  <a:pt x="6228" y="12705"/>
                  <a:pt x="7200" y="12324"/>
                </a:cubicBezTo>
                <a:cubicBezTo>
                  <a:pt x="7599" y="12727"/>
                  <a:pt x="7947" y="13175"/>
                  <a:pt x="8371" y="13534"/>
                </a:cubicBezTo>
                <a:cubicBezTo>
                  <a:pt x="8794" y="13915"/>
                  <a:pt x="9193" y="14318"/>
                  <a:pt x="9666" y="14632"/>
                </a:cubicBezTo>
                <a:cubicBezTo>
                  <a:pt x="9218" y="15505"/>
                  <a:pt x="8794" y="16379"/>
                  <a:pt x="8421" y="17298"/>
                </a:cubicBezTo>
                <a:cubicBezTo>
                  <a:pt x="9841" y="18329"/>
                  <a:pt x="11435" y="19180"/>
                  <a:pt x="13104" y="19852"/>
                </a:cubicBezTo>
                <a:cubicBezTo>
                  <a:pt x="13827" y="19135"/>
                  <a:pt x="14500" y="18396"/>
                  <a:pt x="15147" y="17634"/>
                </a:cubicBezTo>
                <a:cubicBezTo>
                  <a:pt x="15671" y="17858"/>
                  <a:pt x="16269" y="17970"/>
                  <a:pt x="16817" y="18149"/>
                </a:cubicBezTo>
                <a:cubicBezTo>
                  <a:pt x="17390" y="18329"/>
                  <a:pt x="17963" y="18418"/>
                  <a:pt x="18561" y="18530"/>
                </a:cubicBezTo>
                <a:cubicBezTo>
                  <a:pt x="18635" y="19494"/>
                  <a:pt x="18760" y="20457"/>
                  <a:pt x="18934" y="21398"/>
                </a:cubicBezTo>
                <a:cubicBezTo>
                  <a:pt x="19806" y="21510"/>
                  <a:pt x="20703" y="21578"/>
                  <a:pt x="21600" y="21600"/>
                </a:cubicBezTo>
                <a:lnTo>
                  <a:pt x="21600" y="18530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1" name="Shape 6917">
            <a:extLst>
              <a:ext uri="{FF2B5EF4-FFF2-40B4-BE49-F238E27FC236}">
                <a16:creationId xmlns:a16="http://schemas.microsoft.com/office/drawing/2014/main" id="{E9C66D64-0FD0-081B-A8EE-D5D258D00093}"/>
              </a:ext>
            </a:extLst>
          </p:cNvPr>
          <p:cNvSpPr/>
          <p:nvPr/>
        </p:nvSpPr>
        <p:spPr>
          <a:xfrm>
            <a:off x="5563999" y="4309016"/>
            <a:ext cx="2381281" cy="21347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46" y="3107"/>
                </a:moveTo>
                <a:cubicBezTo>
                  <a:pt x="19482" y="3008"/>
                  <a:pt x="20463" y="2908"/>
                  <a:pt x="21399" y="2734"/>
                </a:cubicBezTo>
                <a:cubicBezTo>
                  <a:pt x="21511" y="1814"/>
                  <a:pt x="21578" y="920"/>
                  <a:pt x="21600" y="0"/>
                </a:cubicBezTo>
                <a:cubicBezTo>
                  <a:pt x="18769" y="0"/>
                  <a:pt x="18769" y="0"/>
                  <a:pt x="18769" y="0"/>
                </a:cubicBezTo>
                <a:cubicBezTo>
                  <a:pt x="18412" y="1491"/>
                  <a:pt x="17231" y="2461"/>
                  <a:pt x="15849" y="2461"/>
                </a:cubicBezTo>
                <a:cubicBezTo>
                  <a:pt x="14467" y="2461"/>
                  <a:pt x="13285" y="1491"/>
                  <a:pt x="12907" y="0"/>
                </a:cubicBezTo>
                <a:cubicBezTo>
                  <a:pt x="11391" y="0"/>
                  <a:pt x="11391" y="0"/>
                  <a:pt x="11391" y="0"/>
                </a:cubicBezTo>
                <a:cubicBezTo>
                  <a:pt x="11346" y="845"/>
                  <a:pt x="11235" y="1665"/>
                  <a:pt x="11012" y="2486"/>
                </a:cubicBezTo>
                <a:cubicBezTo>
                  <a:pt x="10544" y="4300"/>
                  <a:pt x="9630" y="5941"/>
                  <a:pt x="8426" y="7258"/>
                </a:cubicBezTo>
                <a:cubicBezTo>
                  <a:pt x="7222" y="8575"/>
                  <a:pt x="5684" y="9445"/>
                  <a:pt x="4057" y="9942"/>
                </a:cubicBezTo>
                <a:cubicBezTo>
                  <a:pt x="3433" y="10092"/>
                  <a:pt x="2786" y="10191"/>
                  <a:pt x="2140" y="10216"/>
                </a:cubicBezTo>
                <a:cubicBezTo>
                  <a:pt x="2140" y="12503"/>
                  <a:pt x="2140" y="12503"/>
                  <a:pt x="2140" y="12503"/>
                </a:cubicBezTo>
                <a:cubicBezTo>
                  <a:pt x="1761" y="12577"/>
                  <a:pt x="1761" y="12577"/>
                  <a:pt x="1761" y="12577"/>
                </a:cubicBezTo>
                <a:cubicBezTo>
                  <a:pt x="736" y="12801"/>
                  <a:pt x="0" y="13770"/>
                  <a:pt x="0" y="14939"/>
                </a:cubicBezTo>
                <a:cubicBezTo>
                  <a:pt x="0" y="16132"/>
                  <a:pt x="736" y="17101"/>
                  <a:pt x="1761" y="17325"/>
                </a:cubicBezTo>
                <a:cubicBezTo>
                  <a:pt x="2140" y="17399"/>
                  <a:pt x="2140" y="17399"/>
                  <a:pt x="2140" y="17399"/>
                </a:cubicBezTo>
                <a:cubicBezTo>
                  <a:pt x="2140" y="21600"/>
                  <a:pt x="2140" y="21600"/>
                  <a:pt x="2140" y="21600"/>
                </a:cubicBezTo>
                <a:cubicBezTo>
                  <a:pt x="2697" y="21600"/>
                  <a:pt x="3254" y="21550"/>
                  <a:pt x="3789" y="21476"/>
                </a:cubicBezTo>
                <a:cubicBezTo>
                  <a:pt x="3990" y="20432"/>
                  <a:pt x="4146" y="19413"/>
                  <a:pt x="4258" y="18344"/>
                </a:cubicBezTo>
                <a:cubicBezTo>
                  <a:pt x="5818" y="18021"/>
                  <a:pt x="5818" y="18021"/>
                  <a:pt x="5818" y="18021"/>
                </a:cubicBezTo>
                <a:cubicBezTo>
                  <a:pt x="7356" y="17499"/>
                  <a:pt x="7356" y="17499"/>
                  <a:pt x="7356" y="17499"/>
                </a:cubicBezTo>
                <a:cubicBezTo>
                  <a:pt x="7891" y="18394"/>
                  <a:pt x="8448" y="19214"/>
                  <a:pt x="9050" y="20059"/>
                </a:cubicBezTo>
                <a:cubicBezTo>
                  <a:pt x="10611" y="19413"/>
                  <a:pt x="12037" y="18468"/>
                  <a:pt x="13397" y="17424"/>
                </a:cubicBezTo>
                <a:cubicBezTo>
                  <a:pt x="13107" y="16405"/>
                  <a:pt x="12750" y="15386"/>
                  <a:pt x="12372" y="14417"/>
                </a:cubicBezTo>
                <a:cubicBezTo>
                  <a:pt x="12773" y="14044"/>
                  <a:pt x="13219" y="13696"/>
                  <a:pt x="13575" y="13248"/>
                </a:cubicBezTo>
                <a:cubicBezTo>
                  <a:pt x="13954" y="12826"/>
                  <a:pt x="14355" y="12453"/>
                  <a:pt x="14667" y="11981"/>
                </a:cubicBezTo>
                <a:cubicBezTo>
                  <a:pt x="15515" y="12428"/>
                  <a:pt x="16406" y="12826"/>
                  <a:pt x="17320" y="13223"/>
                </a:cubicBezTo>
                <a:cubicBezTo>
                  <a:pt x="18346" y="11782"/>
                  <a:pt x="19193" y="10216"/>
                  <a:pt x="19861" y="8526"/>
                </a:cubicBezTo>
                <a:cubicBezTo>
                  <a:pt x="19148" y="7805"/>
                  <a:pt x="18412" y="7134"/>
                  <a:pt x="17654" y="6512"/>
                </a:cubicBezTo>
                <a:cubicBezTo>
                  <a:pt x="17877" y="5965"/>
                  <a:pt x="17989" y="5394"/>
                  <a:pt x="18167" y="4822"/>
                </a:cubicBezTo>
                <a:cubicBezTo>
                  <a:pt x="18346" y="4275"/>
                  <a:pt x="18412" y="3679"/>
                  <a:pt x="18546" y="3107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2" name="Shape 6926">
            <a:extLst>
              <a:ext uri="{FF2B5EF4-FFF2-40B4-BE49-F238E27FC236}">
                <a16:creationId xmlns:a16="http://schemas.microsoft.com/office/drawing/2014/main" id="{D9B1C929-B926-4ED0-F9FA-B58ECAA68D1F}"/>
              </a:ext>
            </a:extLst>
          </p:cNvPr>
          <p:cNvSpPr/>
          <p:nvPr/>
        </p:nvSpPr>
        <p:spPr>
          <a:xfrm>
            <a:off x="3245943" y="2580194"/>
            <a:ext cx="1276023" cy="5948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3" name="Shape 6927">
            <a:extLst>
              <a:ext uri="{FF2B5EF4-FFF2-40B4-BE49-F238E27FC236}">
                <a16:creationId xmlns:a16="http://schemas.microsoft.com/office/drawing/2014/main" id="{4B094715-7FF7-CBAF-AF03-1A10331FAA32}"/>
              </a:ext>
            </a:extLst>
          </p:cNvPr>
          <p:cNvSpPr/>
          <p:nvPr/>
        </p:nvSpPr>
        <p:spPr>
          <a:xfrm>
            <a:off x="3245942" y="4861367"/>
            <a:ext cx="700119" cy="203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4" name="Shape 6928">
            <a:extLst>
              <a:ext uri="{FF2B5EF4-FFF2-40B4-BE49-F238E27FC236}">
                <a16:creationId xmlns:a16="http://schemas.microsoft.com/office/drawing/2014/main" id="{DCA34854-43AF-8677-8FD9-5A313FD9472A}"/>
              </a:ext>
            </a:extLst>
          </p:cNvPr>
          <p:cNvSpPr/>
          <p:nvPr/>
        </p:nvSpPr>
        <p:spPr>
          <a:xfrm flipH="1">
            <a:off x="7762549" y="2580224"/>
            <a:ext cx="1172220" cy="1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5" name="Shape 6929">
            <a:extLst>
              <a:ext uri="{FF2B5EF4-FFF2-40B4-BE49-F238E27FC236}">
                <a16:creationId xmlns:a16="http://schemas.microsoft.com/office/drawing/2014/main" id="{2331D6DA-5CF0-E90C-6EB6-B08C7BB4FBFD}"/>
              </a:ext>
            </a:extLst>
          </p:cNvPr>
          <p:cNvSpPr/>
          <p:nvPr/>
        </p:nvSpPr>
        <p:spPr>
          <a:xfrm flipH="1">
            <a:off x="7966586" y="4861371"/>
            <a:ext cx="968183" cy="1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<a:extLst>
              <a:ext uri="{FF2B5EF4-FFF2-40B4-BE49-F238E27FC236}">
                <a16:creationId xmlns:a16="http://schemas.microsoft.com/office/drawing/2014/main" id="{1D6C9686-0882-8317-625E-4B6485AC7DE9}"/>
              </a:ext>
            </a:extLst>
          </p:cNvPr>
          <p:cNvSpPr txBox="1"/>
          <p:nvPr/>
        </p:nvSpPr>
        <p:spPr>
          <a:xfrm>
            <a:off x="3448831" y="320460"/>
            <a:ext cx="5055870" cy="518160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Trích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xuất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đặc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trưng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từ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Rating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và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Metadata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872D3B-8544-4E4E-B378-02F3801BF504}"/>
              </a:ext>
            </a:extLst>
          </p:cNvPr>
          <p:cNvSpPr/>
          <p:nvPr/>
        </p:nvSpPr>
        <p:spPr>
          <a:xfrm>
            <a:off x="845384" y="1445541"/>
            <a:ext cx="2241283" cy="3352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Mục </a:t>
            </a:r>
            <a:r>
              <a:rPr lang="en-US" altLang="zh-CN" sz="20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đích</a:t>
            </a:r>
            <a:endParaRPr lang="en-US" altLang="zh-CN" sz="20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682596-4C63-23E0-B0D6-6CB9474A3F06}"/>
              </a:ext>
            </a:extLst>
          </p:cNvPr>
          <p:cNvSpPr/>
          <p:nvPr/>
        </p:nvSpPr>
        <p:spPr>
          <a:xfrm>
            <a:off x="8291561" y="970242"/>
            <a:ext cx="2241283" cy="3352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Rating</a:t>
            </a:r>
            <a:endParaRPr lang="en-US" altLang="zh-CN" sz="20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DECE198-5483-8916-CC5C-34E94A9DFF79}"/>
              </a:ext>
            </a:extLst>
          </p:cNvPr>
          <p:cNvSpPr/>
          <p:nvPr/>
        </p:nvSpPr>
        <p:spPr>
          <a:xfrm>
            <a:off x="451204" y="4173942"/>
            <a:ext cx="2241283" cy="3352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vi-VN" sz="20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Thách</a:t>
            </a:r>
            <a:r>
              <a:rPr lang="en-US" altLang="vi-V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20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thức</a:t>
            </a:r>
            <a:endParaRPr lang="zh-CN" altLang="en-US" sz="20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4D1E498-A584-7877-DEE3-95D4545E8D26}"/>
              </a:ext>
            </a:extLst>
          </p:cNvPr>
          <p:cNvSpPr/>
          <p:nvPr/>
        </p:nvSpPr>
        <p:spPr>
          <a:xfrm>
            <a:off x="8322501" y="3622724"/>
            <a:ext cx="2241283" cy="33528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vi-V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Metadata</a:t>
            </a:r>
            <a:endParaRPr lang="en-US" altLang="zh-CN" sz="2000" b="1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95E64-7B59-3B3F-76B7-DA011E884570}"/>
              </a:ext>
            </a:extLst>
          </p:cNvPr>
          <p:cNvSpPr txBox="1"/>
          <p:nvPr/>
        </p:nvSpPr>
        <p:spPr>
          <a:xfrm>
            <a:off x="7183365" y="1456561"/>
            <a:ext cx="4707692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Giá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trị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số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(1-5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sao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Có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thể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dùng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làm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nhãn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huấn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luyện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hoặc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đặc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trưng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liên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tục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Kết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hợp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với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văn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bản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để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phân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tích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cảm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xúc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xây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dựng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mô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hình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hồi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quy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C8DA12-43F6-AD81-7F5A-66988D88BA54}"/>
              </a:ext>
            </a:extLst>
          </p:cNvPr>
          <p:cNvSpPr txBox="1"/>
          <p:nvPr/>
        </p:nvSpPr>
        <p:spPr>
          <a:xfrm>
            <a:off x="6972387" y="3934823"/>
            <a:ext cx="4941509" cy="265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Thông tin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thời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gian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ngày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đăng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tác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giả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(ID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người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dùng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thông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tin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tương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tác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lượt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thích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comments).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Mã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hóa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(One-hot Encoding/Standardization)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để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đưa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vào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mô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hình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Ưu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điểm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: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Tăng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chính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xác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khả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năng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giải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thích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cá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nhân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hóa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ED0D01-BC47-F501-D099-F556D3BE7765}"/>
              </a:ext>
            </a:extLst>
          </p:cNvPr>
          <p:cNvSpPr txBox="1"/>
          <p:nvPr/>
        </p:nvSpPr>
        <p:spPr>
          <a:xfrm>
            <a:off x="-457759" y="4778925"/>
            <a:ext cx="4131010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Yêu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cầu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chất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lượng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xử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lý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thiếu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tăng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phức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tạp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mô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hình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1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F794E9-AD24-5A6E-5BDC-E90E9769CE03}"/>
              </a:ext>
            </a:extLst>
          </p:cNvPr>
          <p:cNvSpPr txBox="1"/>
          <p:nvPr/>
        </p:nvSpPr>
        <p:spPr>
          <a:xfrm>
            <a:off x="306135" y="2189386"/>
            <a:ext cx="2878799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Cung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cấp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bối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cảnh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xu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hướng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yếu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tố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phi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ngữ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nghĩa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cải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thiện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độ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chính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xác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2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2" name="Shape 6914">
            <a:extLst>
              <a:ext uri="{FF2B5EF4-FFF2-40B4-BE49-F238E27FC236}">
                <a16:creationId xmlns:a16="http://schemas.microsoft.com/office/drawing/2014/main" id="{DB6DE823-548C-C921-5CFC-B9BB3A03BBEC}"/>
              </a:ext>
            </a:extLst>
          </p:cNvPr>
          <p:cNvSpPr/>
          <p:nvPr/>
        </p:nvSpPr>
        <p:spPr>
          <a:xfrm>
            <a:off x="4464259" y="2873151"/>
            <a:ext cx="670757" cy="609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95" y="18391"/>
                </a:moveTo>
                <a:cubicBezTo>
                  <a:pt x="2131" y="18465"/>
                  <a:pt x="1144" y="18588"/>
                  <a:pt x="224" y="18761"/>
                </a:cubicBezTo>
                <a:cubicBezTo>
                  <a:pt x="90" y="19699"/>
                  <a:pt x="22" y="20637"/>
                  <a:pt x="0" y="21600"/>
                </a:cubicBezTo>
                <a:cubicBezTo>
                  <a:pt x="3701" y="21600"/>
                  <a:pt x="3701" y="21600"/>
                  <a:pt x="3701" y="21600"/>
                </a:cubicBezTo>
                <a:cubicBezTo>
                  <a:pt x="4060" y="20168"/>
                  <a:pt x="5249" y="19156"/>
                  <a:pt x="6639" y="19156"/>
                </a:cubicBezTo>
                <a:cubicBezTo>
                  <a:pt x="8030" y="19156"/>
                  <a:pt x="9219" y="20168"/>
                  <a:pt x="9600" y="21600"/>
                </a:cubicBezTo>
                <a:cubicBezTo>
                  <a:pt x="10273" y="21600"/>
                  <a:pt x="10273" y="21600"/>
                  <a:pt x="10273" y="21600"/>
                </a:cubicBezTo>
                <a:cubicBezTo>
                  <a:pt x="10295" y="20711"/>
                  <a:pt x="10430" y="19847"/>
                  <a:pt x="10654" y="18983"/>
                </a:cubicBezTo>
                <a:cubicBezTo>
                  <a:pt x="11125" y="17206"/>
                  <a:pt x="12045" y="15552"/>
                  <a:pt x="13279" y="14268"/>
                </a:cubicBezTo>
                <a:cubicBezTo>
                  <a:pt x="14467" y="12960"/>
                  <a:pt x="16015" y="12096"/>
                  <a:pt x="17675" y="11602"/>
                </a:cubicBezTo>
                <a:cubicBezTo>
                  <a:pt x="18258" y="11454"/>
                  <a:pt x="18841" y="11380"/>
                  <a:pt x="19447" y="11331"/>
                </a:cubicBezTo>
                <a:cubicBezTo>
                  <a:pt x="19447" y="9183"/>
                  <a:pt x="19447" y="9183"/>
                  <a:pt x="19447" y="9183"/>
                </a:cubicBezTo>
                <a:cubicBezTo>
                  <a:pt x="19828" y="9109"/>
                  <a:pt x="19828" y="9109"/>
                  <a:pt x="19828" y="9109"/>
                </a:cubicBezTo>
                <a:cubicBezTo>
                  <a:pt x="20860" y="8912"/>
                  <a:pt x="21600" y="7949"/>
                  <a:pt x="21600" y="6764"/>
                </a:cubicBezTo>
                <a:cubicBezTo>
                  <a:pt x="21600" y="5579"/>
                  <a:pt x="20860" y="4592"/>
                  <a:pt x="19828" y="4394"/>
                </a:cubicBezTo>
                <a:cubicBezTo>
                  <a:pt x="19447" y="4320"/>
                  <a:pt x="19447" y="4320"/>
                  <a:pt x="19447" y="4320"/>
                </a:cubicBezTo>
                <a:cubicBezTo>
                  <a:pt x="19447" y="0"/>
                  <a:pt x="19447" y="0"/>
                  <a:pt x="19447" y="0"/>
                </a:cubicBezTo>
                <a:cubicBezTo>
                  <a:pt x="18931" y="25"/>
                  <a:pt x="18437" y="49"/>
                  <a:pt x="17921" y="123"/>
                </a:cubicBezTo>
                <a:cubicBezTo>
                  <a:pt x="17720" y="1185"/>
                  <a:pt x="17563" y="2197"/>
                  <a:pt x="17450" y="3259"/>
                </a:cubicBezTo>
                <a:cubicBezTo>
                  <a:pt x="15880" y="3579"/>
                  <a:pt x="15880" y="3579"/>
                  <a:pt x="15880" y="3579"/>
                </a:cubicBezTo>
                <a:cubicBezTo>
                  <a:pt x="14355" y="4098"/>
                  <a:pt x="14355" y="4098"/>
                  <a:pt x="14355" y="4098"/>
                </a:cubicBezTo>
                <a:cubicBezTo>
                  <a:pt x="13817" y="3209"/>
                  <a:pt x="13234" y="2370"/>
                  <a:pt x="12628" y="1555"/>
                </a:cubicBezTo>
                <a:cubicBezTo>
                  <a:pt x="11080" y="2197"/>
                  <a:pt x="9622" y="3110"/>
                  <a:pt x="8277" y="4172"/>
                </a:cubicBezTo>
                <a:cubicBezTo>
                  <a:pt x="8568" y="5159"/>
                  <a:pt x="8905" y="6171"/>
                  <a:pt x="9286" y="7134"/>
                </a:cubicBezTo>
                <a:cubicBezTo>
                  <a:pt x="8882" y="7529"/>
                  <a:pt x="8456" y="7875"/>
                  <a:pt x="8075" y="8294"/>
                </a:cubicBezTo>
                <a:cubicBezTo>
                  <a:pt x="7716" y="8714"/>
                  <a:pt x="7312" y="9109"/>
                  <a:pt x="6976" y="9578"/>
                </a:cubicBezTo>
                <a:cubicBezTo>
                  <a:pt x="6123" y="9134"/>
                  <a:pt x="5226" y="8714"/>
                  <a:pt x="4329" y="8319"/>
                </a:cubicBezTo>
                <a:cubicBezTo>
                  <a:pt x="3297" y="9751"/>
                  <a:pt x="2422" y="11331"/>
                  <a:pt x="1750" y="12985"/>
                </a:cubicBezTo>
                <a:cubicBezTo>
                  <a:pt x="2490" y="13701"/>
                  <a:pt x="3230" y="14367"/>
                  <a:pt x="3993" y="15009"/>
                </a:cubicBezTo>
                <a:cubicBezTo>
                  <a:pt x="3746" y="15552"/>
                  <a:pt x="3634" y="16120"/>
                  <a:pt x="3454" y="16663"/>
                </a:cubicBezTo>
                <a:cubicBezTo>
                  <a:pt x="3275" y="17231"/>
                  <a:pt x="3207" y="17798"/>
                  <a:pt x="3095" y="18391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3" name="Shape 6915">
            <a:extLst>
              <a:ext uri="{FF2B5EF4-FFF2-40B4-BE49-F238E27FC236}">
                <a16:creationId xmlns:a16="http://schemas.microsoft.com/office/drawing/2014/main" id="{A29BE5AE-BC1A-8DE7-9A90-CFE64A590692}"/>
              </a:ext>
            </a:extLst>
          </p:cNvPr>
          <p:cNvSpPr/>
          <p:nvPr/>
        </p:nvSpPr>
        <p:spPr>
          <a:xfrm>
            <a:off x="6475973" y="2886050"/>
            <a:ext cx="608237" cy="6764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181"/>
                </a:moveTo>
                <a:cubicBezTo>
                  <a:pt x="1410" y="3559"/>
                  <a:pt x="2375" y="4738"/>
                  <a:pt x="2375" y="6095"/>
                </a:cubicBezTo>
                <a:cubicBezTo>
                  <a:pt x="2375" y="7452"/>
                  <a:pt x="1410" y="8609"/>
                  <a:pt x="0" y="9009"/>
                </a:cubicBezTo>
                <a:cubicBezTo>
                  <a:pt x="0" y="10188"/>
                  <a:pt x="0" y="10188"/>
                  <a:pt x="0" y="10188"/>
                </a:cubicBezTo>
                <a:cubicBezTo>
                  <a:pt x="866" y="10233"/>
                  <a:pt x="1732" y="10344"/>
                  <a:pt x="2573" y="10566"/>
                </a:cubicBezTo>
                <a:cubicBezTo>
                  <a:pt x="4379" y="11034"/>
                  <a:pt x="6037" y="11946"/>
                  <a:pt x="7324" y="13169"/>
                </a:cubicBezTo>
                <a:cubicBezTo>
                  <a:pt x="8635" y="14370"/>
                  <a:pt x="9501" y="15883"/>
                  <a:pt x="9971" y="17529"/>
                </a:cubicBezTo>
                <a:cubicBezTo>
                  <a:pt x="10120" y="18130"/>
                  <a:pt x="10219" y="18753"/>
                  <a:pt x="10268" y="19375"/>
                </a:cubicBezTo>
                <a:cubicBezTo>
                  <a:pt x="12767" y="19375"/>
                  <a:pt x="12767" y="19375"/>
                  <a:pt x="12767" y="19375"/>
                </a:cubicBezTo>
                <a:cubicBezTo>
                  <a:pt x="12841" y="19754"/>
                  <a:pt x="12841" y="19754"/>
                  <a:pt x="12841" y="19754"/>
                </a:cubicBezTo>
                <a:cubicBezTo>
                  <a:pt x="13014" y="20821"/>
                  <a:pt x="14029" y="21600"/>
                  <a:pt x="15216" y="21600"/>
                </a:cubicBezTo>
                <a:cubicBezTo>
                  <a:pt x="16404" y="21600"/>
                  <a:pt x="17394" y="20821"/>
                  <a:pt x="17592" y="19776"/>
                </a:cubicBezTo>
                <a:cubicBezTo>
                  <a:pt x="17641" y="19375"/>
                  <a:pt x="17641" y="19375"/>
                  <a:pt x="17641" y="19375"/>
                </a:cubicBezTo>
                <a:cubicBezTo>
                  <a:pt x="21600" y="19375"/>
                  <a:pt x="21600" y="19375"/>
                  <a:pt x="21600" y="19375"/>
                </a:cubicBezTo>
                <a:cubicBezTo>
                  <a:pt x="21600" y="18842"/>
                  <a:pt x="21551" y="18308"/>
                  <a:pt x="21476" y="17774"/>
                </a:cubicBezTo>
                <a:cubicBezTo>
                  <a:pt x="20437" y="17596"/>
                  <a:pt x="19423" y="17418"/>
                  <a:pt x="18359" y="17307"/>
                </a:cubicBezTo>
                <a:cubicBezTo>
                  <a:pt x="18012" y="15750"/>
                  <a:pt x="18012" y="15750"/>
                  <a:pt x="18012" y="15750"/>
                </a:cubicBezTo>
                <a:cubicBezTo>
                  <a:pt x="17518" y="14237"/>
                  <a:pt x="17518" y="14237"/>
                  <a:pt x="17518" y="14237"/>
                </a:cubicBezTo>
                <a:cubicBezTo>
                  <a:pt x="18408" y="13703"/>
                  <a:pt x="19225" y="13125"/>
                  <a:pt x="20066" y="12524"/>
                </a:cubicBezTo>
                <a:cubicBezTo>
                  <a:pt x="19423" y="10989"/>
                  <a:pt x="18482" y="9543"/>
                  <a:pt x="17443" y="8208"/>
                </a:cubicBezTo>
                <a:cubicBezTo>
                  <a:pt x="16429" y="8498"/>
                  <a:pt x="15414" y="8854"/>
                  <a:pt x="14449" y="9209"/>
                </a:cubicBezTo>
                <a:cubicBezTo>
                  <a:pt x="14078" y="8809"/>
                  <a:pt x="13732" y="8386"/>
                  <a:pt x="13287" y="8008"/>
                </a:cubicBezTo>
                <a:cubicBezTo>
                  <a:pt x="12866" y="7652"/>
                  <a:pt x="12470" y="7252"/>
                  <a:pt x="12000" y="6918"/>
                </a:cubicBezTo>
                <a:cubicBezTo>
                  <a:pt x="12470" y="6073"/>
                  <a:pt x="12891" y="5183"/>
                  <a:pt x="13262" y="4293"/>
                </a:cubicBezTo>
                <a:cubicBezTo>
                  <a:pt x="11827" y="3270"/>
                  <a:pt x="10268" y="2402"/>
                  <a:pt x="8586" y="1735"/>
                </a:cubicBezTo>
                <a:cubicBezTo>
                  <a:pt x="7868" y="2469"/>
                  <a:pt x="7200" y="3203"/>
                  <a:pt x="6581" y="3960"/>
                </a:cubicBezTo>
                <a:cubicBezTo>
                  <a:pt x="6037" y="3737"/>
                  <a:pt x="5468" y="3604"/>
                  <a:pt x="4899" y="3426"/>
                </a:cubicBezTo>
                <a:cubicBezTo>
                  <a:pt x="4355" y="3270"/>
                  <a:pt x="3761" y="3181"/>
                  <a:pt x="3192" y="3070"/>
                </a:cubicBezTo>
                <a:cubicBezTo>
                  <a:pt x="3093" y="2113"/>
                  <a:pt x="2994" y="1135"/>
                  <a:pt x="2796" y="200"/>
                </a:cubicBezTo>
                <a:cubicBezTo>
                  <a:pt x="1880" y="111"/>
                  <a:pt x="940" y="22"/>
                  <a:pt x="0" y="0"/>
                </a:cubicBezTo>
                <a:lnTo>
                  <a:pt x="0" y="3181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5" name="Shape 6916">
            <a:extLst>
              <a:ext uri="{FF2B5EF4-FFF2-40B4-BE49-F238E27FC236}">
                <a16:creationId xmlns:a16="http://schemas.microsoft.com/office/drawing/2014/main" id="{0ACEF2E4-8EA0-29B5-CEE0-64273A93B3D6}"/>
              </a:ext>
            </a:extLst>
          </p:cNvPr>
          <p:cNvSpPr/>
          <p:nvPr/>
        </p:nvSpPr>
        <p:spPr>
          <a:xfrm>
            <a:off x="4316687" y="4799221"/>
            <a:ext cx="603875" cy="671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530"/>
                </a:moveTo>
                <a:cubicBezTo>
                  <a:pt x="20205" y="18127"/>
                  <a:pt x="19233" y="16984"/>
                  <a:pt x="19233" y="15595"/>
                </a:cubicBezTo>
                <a:cubicBezTo>
                  <a:pt x="19233" y="14228"/>
                  <a:pt x="20205" y="13063"/>
                  <a:pt x="21600" y="12682"/>
                </a:cubicBezTo>
                <a:cubicBezTo>
                  <a:pt x="21600" y="11338"/>
                  <a:pt x="21600" y="11338"/>
                  <a:pt x="21600" y="11338"/>
                </a:cubicBezTo>
                <a:cubicBezTo>
                  <a:pt x="20778" y="11293"/>
                  <a:pt x="19956" y="11181"/>
                  <a:pt x="19158" y="10957"/>
                </a:cubicBezTo>
                <a:cubicBezTo>
                  <a:pt x="17365" y="10486"/>
                  <a:pt x="15696" y="9590"/>
                  <a:pt x="14400" y="8358"/>
                </a:cubicBezTo>
                <a:cubicBezTo>
                  <a:pt x="13080" y="7148"/>
                  <a:pt x="12208" y="5602"/>
                  <a:pt x="11709" y="3966"/>
                </a:cubicBezTo>
                <a:cubicBezTo>
                  <a:pt x="11560" y="3383"/>
                  <a:pt x="11485" y="2801"/>
                  <a:pt x="11435" y="2218"/>
                </a:cubicBezTo>
                <a:cubicBezTo>
                  <a:pt x="9841" y="2218"/>
                  <a:pt x="9841" y="2218"/>
                  <a:pt x="9841" y="2218"/>
                </a:cubicBezTo>
                <a:cubicBezTo>
                  <a:pt x="9766" y="1837"/>
                  <a:pt x="9766" y="1837"/>
                  <a:pt x="9766" y="1837"/>
                </a:cubicBezTo>
                <a:cubicBezTo>
                  <a:pt x="9592" y="784"/>
                  <a:pt x="8570" y="0"/>
                  <a:pt x="7374" y="0"/>
                </a:cubicBezTo>
                <a:cubicBezTo>
                  <a:pt x="6179" y="0"/>
                  <a:pt x="5182" y="784"/>
                  <a:pt x="4983" y="1837"/>
                </a:cubicBezTo>
                <a:cubicBezTo>
                  <a:pt x="4933" y="2218"/>
                  <a:pt x="4933" y="2218"/>
                  <a:pt x="4933" y="2218"/>
                </a:cubicBezTo>
                <a:cubicBezTo>
                  <a:pt x="0" y="2218"/>
                  <a:pt x="0" y="2218"/>
                  <a:pt x="0" y="2218"/>
                </a:cubicBezTo>
                <a:cubicBezTo>
                  <a:pt x="25" y="2711"/>
                  <a:pt x="75" y="3204"/>
                  <a:pt x="125" y="3697"/>
                </a:cubicBezTo>
                <a:cubicBezTo>
                  <a:pt x="1196" y="3899"/>
                  <a:pt x="2217" y="4056"/>
                  <a:pt x="3289" y="4168"/>
                </a:cubicBezTo>
                <a:cubicBezTo>
                  <a:pt x="3612" y="5736"/>
                  <a:pt x="3612" y="5736"/>
                  <a:pt x="3612" y="5736"/>
                </a:cubicBezTo>
                <a:cubicBezTo>
                  <a:pt x="4111" y="7260"/>
                  <a:pt x="4111" y="7260"/>
                  <a:pt x="4111" y="7260"/>
                </a:cubicBezTo>
                <a:cubicBezTo>
                  <a:pt x="3239" y="7820"/>
                  <a:pt x="2392" y="8380"/>
                  <a:pt x="1570" y="8985"/>
                </a:cubicBezTo>
                <a:cubicBezTo>
                  <a:pt x="2217" y="10554"/>
                  <a:pt x="3139" y="11988"/>
                  <a:pt x="4210" y="13354"/>
                </a:cubicBezTo>
                <a:cubicBezTo>
                  <a:pt x="5207" y="13063"/>
                  <a:pt x="6228" y="12705"/>
                  <a:pt x="7200" y="12324"/>
                </a:cubicBezTo>
                <a:cubicBezTo>
                  <a:pt x="7599" y="12727"/>
                  <a:pt x="7947" y="13175"/>
                  <a:pt x="8371" y="13534"/>
                </a:cubicBezTo>
                <a:cubicBezTo>
                  <a:pt x="8794" y="13915"/>
                  <a:pt x="9193" y="14318"/>
                  <a:pt x="9666" y="14632"/>
                </a:cubicBezTo>
                <a:cubicBezTo>
                  <a:pt x="9218" y="15505"/>
                  <a:pt x="8794" y="16379"/>
                  <a:pt x="8421" y="17298"/>
                </a:cubicBezTo>
                <a:cubicBezTo>
                  <a:pt x="9841" y="18329"/>
                  <a:pt x="11435" y="19180"/>
                  <a:pt x="13104" y="19852"/>
                </a:cubicBezTo>
                <a:cubicBezTo>
                  <a:pt x="13827" y="19135"/>
                  <a:pt x="14500" y="18396"/>
                  <a:pt x="15147" y="17634"/>
                </a:cubicBezTo>
                <a:cubicBezTo>
                  <a:pt x="15671" y="17858"/>
                  <a:pt x="16269" y="17970"/>
                  <a:pt x="16817" y="18149"/>
                </a:cubicBezTo>
                <a:cubicBezTo>
                  <a:pt x="17390" y="18329"/>
                  <a:pt x="17963" y="18418"/>
                  <a:pt x="18561" y="18530"/>
                </a:cubicBezTo>
                <a:cubicBezTo>
                  <a:pt x="18635" y="19494"/>
                  <a:pt x="18760" y="20457"/>
                  <a:pt x="18934" y="21398"/>
                </a:cubicBezTo>
                <a:cubicBezTo>
                  <a:pt x="19806" y="21510"/>
                  <a:pt x="20703" y="21578"/>
                  <a:pt x="21600" y="21600"/>
                </a:cubicBezTo>
                <a:lnTo>
                  <a:pt x="21600" y="18530"/>
                </a:lnTo>
                <a:close/>
              </a:path>
            </a:pathLst>
          </a:custGeom>
          <a:solidFill>
            <a:srgbClr val="377E98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6" name="Shape 6917">
            <a:extLst>
              <a:ext uri="{FF2B5EF4-FFF2-40B4-BE49-F238E27FC236}">
                <a16:creationId xmlns:a16="http://schemas.microsoft.com/office/drawing/2014/main" id="{287322A1-D7D0-1678-7C98-5BB67DDB2D32}"/>
              </a:ext>
            </a:extLst>
          </p:cNvPr>
          <p:cNvSpPr/>
          <p:nvPr/>
        </p:nvSpPr>
        <p:spPr>
          <a:xfrm>
            <a:off x="6446676" y="5087914"/>
            <a:ext cx="675119" cy="605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46" y="3107"/>
                </a:moveTo>
                <a:cubicBezTo>
                  <a:pt x="19482" y="3008"/>
                  <a:pt x="20463" y="2908"/>
                  <a:pt x="21399" y="2734"/>
                </a:cubicBezTo>
                <a:cubicBezTo>
                  <a:pt x="21511" y="1814"/>
                  <a:pt x="21578" y="920"/>
                  <a:pt x="21600" y="0"/>
                </a:cubicBezTo>
                <a:cubicBezTo>
                  <a:pt x="18769" y="0"/>
                  <a:pt x="18769" y="0"/>
                  <a:pt x="18769" y="0"/>
                </a:cubicBezTo>
                <a:cubicBezTo>
                  <a:pt x="18412" y="1491"/>
                  <a:pt x="17231" y="2461"/>
                  <a:pt x="15849" y="2461"/>
                </a:cubicBezTo>
                <a:cubicBezTo>
                  <a:pt x="14467" y="2461"/>
                  <a:pt x="13285" y="1491"/>
                  <a:pt x="12907" y="0"/>
                </a:cubicBezTo>
                <a:cubicBezTo>
                  <a:pt x="11391" y="0"/>
                  <a:pt x="11391" y="0"/>
                  <a:pt x="11391" y="0"/>
                </a:cubicBezTo>
                <a:cubicBezTo>
                  <a:pt x="11346" y="845"/>
                  <a:pt x="11235" y="1665"/>
                  <a:pt x="11012" y="2486"/>
                </a:cubicBezTo>
                <a:cubicBezTo>
                  <a:pt x="10544" y="4300"/>
                  <a:pt x="9630" y="5941"/>
                  <a:pt x="8426" y="7258"/>
                </a:cubicBezTo>
                <a:cubicBezTo>
                  <a:pt x="7222" y="8575"/>
                  <a:pt x="5684" y="9445"/>
                  <a:pt x="4057" y="9942"/>
                </a:cubicBezTo>
                <a:cubicBezTo>
                  <a:pt x="3433" y="10092"/>
                  <a:pt x="2786" y="10191"/>
                  <a:pt x="2140" y="10216"/>
                </a:cubicBezTo>
                <a:cubicBezTo>
                  <a:pt x="2140" y="12503"/>
                  <a:pt x="2140" y="12503"/>
                  <a:pt x="2140" y="12503"/>
                </a:cubicBezTo>
                <a:cubicBezTo>
                  <a:pt x="1761" y="12577"/>
                  <a:pt x="1761" y="12577"/>
                  <a:pt x="1761" y="12577"/>
                </a:cubicBezTo>
                <a:cubicBezTo>
                  <a:pt x="736" y="12801"/>
                  <a:pt x="0" y="13770"/>
                  <a:pt x="0" y="14939"/>
                </a:cubicBezTo>
                <a:cubicBezTo>
                  <a:pt x="0" y="16132"/>
                  <a:pt x="736" y="17101"/>
                  <a:pt x="1761" y="17325"/>
                </a:cubicBezTo>
                <a:cubicBezTo>
                  <a:pt x="2140" y="17399"/>
                  <a:pt x="2140" y="17399"/>
                  <a:pt x="2140" y="17399"/>
                </a:cubicBezTo>
                <a:cubicBezTo>
                  <a:pt x="2140" y="21600"/>
                  <a:pt x="2140" y="21600"/>
                  <a:pt x="2140" y="21600"/>
                </a:cubicBezTo>
                <a:cubicBezTo>
                  <a:pt x="2697" y="21600"/>
                  <a:pt x="3254" y="21550"/>
                  <a:pt x="3789" y="21476"/>
                </a:cubicBezTo>
                <a:cubicBezTo>
                  <a:pt x="3990" y="20432"/>
                  <a:pt x="4146" y="19413"/>
                  <a:pt x="4258" y="18344"/>
                </a:cubicBezTo>
                <a:cubicBezTo>
                  <a:pt x="5818" y="18021"/>
                  <a:pt x="5818" y="18021"/>
                  <a:pt x="5818" y="18021"/>
                </a:cubicBezTo>
                <a:cubicBezTo>
                  <a:pt x="7356" y="17499"/>
                  <a:pt x="7356" y="17499"/>
                  <a:pt x="7356" y="17499"/>
                </a:cubicBezTo>
                <a:cubicBezTo>
                  <a:pt x="7891" y="18394"/>
                  <a:pt x="8448" y="19214"/>
                  <a:pt x="9050" y="20059"/>
                </a:cubicBezTo>
                <a:cubicBezTo>
                  <a:pt x="10611" y="19413"/>
                  <a:pt x="12037" y="18468"/>
                  <a:pt x="13397" y="17424"/>
                </a:cubicBezTo>
                <a:cubicBezTo>
                  <a:pt x="13107" y="16405"/>
                  <a:pt x="12750" y="15386"/>
                  <a:pt x="12372" y="14417"/>
                </a:cubicBezTo>
                <a:cubicBezTo>
                  <a:pt x="12773" y="14044"/>
                  <a:pt x="13219" y="13696"/>
                  <a:pt x="13575" y="13248"/>
                </a:cubicBezTo>
                <a:cubicBezTo>
                  <a:pt x="13954" y="12826"/>
                  <a:pt x="14355" y="12453"/>
                  <a:pt x="14667" y="11981"/>
                </a:cubicBezTo>
                <a:cubicBezTo>
                  <a:pt x="15515" y="12428"/>
                  <a:pt x="16406" y="12826"/>
                  <a:pt x="17320" y="13223"/>
                </a:cubicBezTo>
                <a:cubicBezTo>
                  <a:pt x="18346" y="11782"/>
                  <a:pt x="19193" y="10216"/>
                  <a:pt x="19861" y="8526"/>
                </a:cubicBezTo>
                <a:cubicBezTo>
                  <a:pt x="19148" y="7805"/>
                  <a:pt x="18412" y="7134"/>
                  <a:pt x="17654" y="6512"/>
                </a:cubicBezTo>
                <a:cubicBezTo>
                  <a:pt x="17877" y="5965"/>
                  <a:pt x="17989" y="5394"/>
                  <a:pt x="18167" y="4822"/>
                </a:cubicBezTo>
                <a:cubicBezTo>
                  <a:pt x="18346" y="4275"/>
                  <a:pt x="18412" y="3679"/>
                  <a:pt x="18546" y="3107"/>
                </a:cubicBezTo>
                <a:close/>
              </a:path>
            </a:pathLst>
          </a:custGeom>
          <a:solidFill>
            <a:srgbClr val="6AE7FF"/>
          </a:solidFill>
          <a:ln>
            <a:round/>
          </a:ln>
        </p:spPr>
        <p:txBody>
          <a:bodyPr lIns="0" tIns="0" rIns="0" bIns="0"/>
          <a:lstStyle/>
          <a:p>
            <a:pPr defTabSz="575945">
              <a:lnSpc>
                <a:spcPct val="150000"/>
              </a:lnSpc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931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2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6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9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3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6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9" grpId="0"/>
      <p:bldP spid="32" grpId="0"/>
      <p:bldP spid="35" grpId="0"/>
      <p:bldP spid="38" grpId="0"/>
      <p:bldP spid="4" grpId="0"/>
      <p:bldP spid="6" grpId="0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569" y="0"/>
            <a:ext cx="13744938" cy="6872469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695099" y="2699725"/>
            <a:ext cx="6882765" cy="1391920"/>
            <a:chOff x="8638" y="1993"/>
            <a:chExt cx="10839" cy="2192"/>
          </a:xfrm>
        </p:grpSpPr>
        <p:sp>
          <p:nvSpPr>
            <p:cNvPr id="6" name="文本框 5"/>
            <p:cNvSpPr txBox="1"/>
            <p:nvPr/>
          </p:nvSpPr>
          <p:spPr>
            <a:xfrm>
              <a:off x="8638" y="1993"/>
              <a:ext cx="3062" cy="1598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vi-VN" altLang="vi-VN" dirty="0">
                  <a:latin typeface="Anton" pitchFamily="2" charset="0"/>
                  <a:ea typeface="Noto Sans"/>
                  <a:cs typeface="#9Slide03 Arima Madurai" panose="00000500000000000000" pitchFamily="2" charset="0"/>
                  <a:sym typeface="iekie jianheiti" panose="02000000000000000000" pitchFamily="2" charset="-128"/>
                </a:rPr>
                <a:t>03</a:t>
              </a:r>
              <a:endParaRPr lang="en-US" altLang="zh-CN" dirty="0">
                <a:latin typeface="Anton" pitchFamily="2" charset="0"/>
                <a:cs typeface="#9Slide03 Arima Madurai" panose="00000500000000000000" pitchFamily="2" charset="0"/>
                <a:sym typeface="iekie jianheiti" panose="02000000000000000000" pitchFamily="2" charset="-128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569" y="2121"/>
              <a:ext cx="9908" cy="2064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Triển</a:t>
              </a:r>
              <a:r>
                <a:rPr lang="en-US" altLang="vi-VN" sz="40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khai</a:t>
              </a:r>
              <a:r>
                <a:rPr lang="en-US" altLang="vi-VN" sz="40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hệ</a:t>
              </a:r>
              <a:r>
                <a:rPr lang="en-US" altLang="vi-VN" sz="40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0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thống</a:t>
              </a:r>
              <a:endParaRPr lang="zh-CN" altLang="en-US" sz="4000" dirty="0">
                <a:solidFill>
                  <a:srgbClr val="0FF3FF"/>
                </a:solidFill>
                <a:latin typeface="Anton" pitchFamily="2" charset="0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569" y="3455"/>
              <a:ext cx="9419" cy="528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Dữ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liệu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và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quy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trình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xử</a:t>
              </a:r>
              <a:r>
                <a:rPr lang="en-US" altLang="vi-VN" sz="1600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600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lý</a:t>
              </a:r>
              <a:endParaRPr lang="zh-CN" altLang="en-US" sz="1600" dirty="0">
                <a:solidFill>
                  <a:schemeClr val="bg1"/>
                </a:solidFill>
                <a:latin typeface="#9Slide03 Arima Madurai" panose="00000500000000000000" pitchFamily="2" charset="0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2" name="statistics-on-laptop_82095">
            <a:extLst>
              <a:ext uri="{FF2B5EF4-FFF2-40B4-BE49-F238E27FC236}">
                <a16:creationId xmlns:a16="http://schemas.microsoft.com/office/drawing/2014/main" id="{3302EE22-4AF2-8173-AA51-5D5C47D00E6C}"/>
              </a:ext>
            </a:extLst>
          </p:cNvPr>
          <p:cNvSpPr>
            <a:spLocks noChangeAspect="1"/>
          </p:cNvSpPr>
          <p:nvPr/>
        </p:nvSpPr>
        <p:spPr bwMode="auto">
          <a:xfrm>
            <a:off x="-4560661" y="-2775304"/>
            <a:ext cx="4462510" cy="3608424"/>
          </a:xfrm>
          <a:custGeom>
            <a:avLst/>
            <a:gdLst>
              <a:gd name="connsiteX0" fmla="*/ 0 w 331788"/>
              <a:gd name="connsiteY0" fmla="*/ 255587 h 268287"/>
              <a:gd name="connsiteX1" fmla="*/ 331788 w 331788"/>
              <a:gd name="connsiteY1" fmla="*/ 255587 h 268287"/>
              <a:gd name="connsiteX2" fmla="*/ 331788 w 331788"/>
              <a:gd name="connsiteY2" fmla="*/ 268287 h 268287"/>
              <a:gd name="connsiteX3" fmla="*/ 0 w 331788"/>
              <a:gd name="connsiteY3" fmla="*/ 268287 h 268287"/>
              <a:gd name="connsiteX4" fmla="*/ 76201 w 331788"/>
              <a:gd name="connsiteY4" fmla="*/ 207962 h 268287"/>
              <a:gd name="connsiteX5" fmla="*/ 82551 w 331788"/>
              <a:gd name="connsiteY5" fmla="*/ 207962 h 268287"/>
              <a:gd name="connsiteX6" fmla="*/ 82551 w 331788"/>
              <a:gd name="connsiteY6" fmla="*/ 247650 h 268287"/>
              <a:gd name="connsiteX7" fmla="*/ 55563 w 331788"/>
              <a:gd name="connsiteY7" fmla="*/ 247650 h 268287"/>
              <a:gd name="connsiteX8" fmla="*/ 55563 w 331788"/>
              <a:gd name="connsiteY8" fmla="*/ 227012 h 268287"/>
              <a:gd name="connsiteX9" fmla="*/ 115888 w 331788"/>
              <a:gd name="connsiteY9" fmla="*/ 168275 h 268287"/>
              <a:gd name="connsiteX10" fmla="*/ 127168 w 331788"/>
              <a:gd name="connsiteY10" fmla="*/ 168275 h 268287"/>
              <a:gd name="connsiteX11" fmla="*/ 139701 w 331788"/>
              <a:gd name="connsiteY11" fmla="*/ 170835 h 268287"/>
              <a:gd name="connsiteX12" fmla="*/ 139701 w 331788"/>
              <a:gd name="connsiteY12" fmla="*/ 247650 h 268287"/>
              <a:gd name="connsiteX13" fmla="*/ 115888 w 331788"/>
              <a:gd name="connsiteY13" fmla="*/ 247650 h 268287"/>
              <a:gd name="connsiteX14" fmla="*/ 198438 w 331788"/>
              <a:gd name="connsiteY14" fmla="*/ 155575 h 268287"/>
              <a:gd name="connsiteX15" fmla="*/ 198438 w 331788"/>
              <a:gd name="connsiteY15" fmla="*/ 247650 h 268287"/>
              <a:gd name="connsiteX16" fmla="*/ 173038 w 331788"/>
              <a:gd name="connsiteY16" fmla="*/ 247650 h 268287"/>
              <a:gd name="connsiteX17" fmla="*/ 173038 w 331788"/>
              <a:gd name="connsiteY17" fmla="*/ 168363 h 268287"/>
              <a:gd name="connsiteX18" fmla="*/ 198438 w 331788"/>
              <a:gd name="connsiteY18" fmla="*/ 155575 h 268287"/>
              <a:gd name="connsiteX19" fmla="*/ 149226 w 331788"/>
              <a:gd name="connsiteY19" fmla="*/ 41376 h 268287"/>
              <a:gd name="connsiteX20" fmla="*/ 114947 w 331788"/>
              <a:gd name="connsiteY20" fmla="*/ 55968 h 268287"/>
              <a:gd name="connsiteX21" fmla="*/ 114947 w 331788"/>
              <a:gd name="connsiteY21" fmla="*/ 123418 h 268287"/>
              <a:gd name="connsiteX22" fmla="*/ 183504 w 331788"/>
              <a:gd name="connsiteY22" fmla="*/ 123418 h 268287"/>
              <a:gd name="connsiteX23" fmla="*/ 183504 w 331788"/>
              <a:gd name="connsiteY23" fmla="*/ 55968 h 268287"/>
              <a:gd name="connsiteX24" fmla="*/ 149226 w 331788"/>
              <a:gd name="connsiteY24" fmla="*/ 41376 h 268287"/>
              <a:gd name="connsiteX25" fmla="*/ 228600 w 331788"/>
              <a:gd name="connsiteY25" fmla="*/ 39687 h 268287"/>
              <a:gd name="connsiteX26" fmla="*/ 254000 w 331788"/>
              <a:gd name="connsiteY26" fmla="*/ 39687 h 268287"/>
              <a:gd name="connsiteX27" fmla="*/ 254000 w 331788"/>
              <a:gd name="connsiteY27" fmla="*/ 247650 h 268287"/>
              <a:gd name="connsiteX28" fmla="*/ 228600 w 331788"/>
              <a:gd name="connsiteY28" fmla="*/ 247650 h 268287"/>
              <a:gd name="connsiteX29" fmla="*/ 228600 w 331788"/>
              <a:gd name="connsiteY29" fmla="*/ 110730 h 268287"/>
              <a:gd name="connsiteX30" fmla="*/ 231140 w 331788"/>
              <a:gd name="connsiteY30" fmla="*/ 90063 h 268287"/>
              <a:gd name="connsiteX31" fmla="*/ 228600 w 331788"/>
              <a:gd name="connsiteY31" fmla="*/ 69396 h 268287"/>
              <a:gd name="connsiteX32" fmla="*/ 228600 w 331788"/>
              <a:gd name="connsiteY32" fmla="*/ 39687 h 268287"/>
              <a:gd name="connsiteX33" fmla="*/ 149707 w 331788"/>
              <a:gd name="connsiteY33" fmla="*/ 22312 h 268287"/>
              <a:gd name="connsiteX34" fmla="*/ 196764 w 331788"/>
              <a:gd name="connsiteY34" fmla="*/ 41623 h 268287"/>
              <a:gd name="connsiteX35" fmla="*/ 196764 w 331788"/>
              <a:gd name="connsiteY35" fmla="*/ 136893 h 268287"/>
              <a:gd name="connsiteX36" fmla="*/ 109096 w 331788"/>
              <a:gd name="connsiteY36" fmla="*/ 143330 h 268287"/>
              <a:gd name="connsiteX37" fmla="*/ 97492 w 331788"/>
              <a:gd name="connsiteY37" fmla="*/ 154917 h 268287"/>
              <a:gd name="connsiteX38" fmla="*/ 93625 w 331788"/>
              <a:gd name="connsiteY38" fmla="*/ 170366 h 268287"/>
              <a:gd name="connsiteX39" fmla="*/ 43344 w 331788"/>
              <a:gd name="connsiteY39" fmla="*/ 220576 h 268287"/>
              <a:gd name="connsiteX40" fmla="*/ 18848 w 331788"/>
              <a:gd name="connsiteY40" fmla="*/ 220576 h 268287"/>
              <a:gd name="connsiteX41" fmla="*/ 18848 w 331788"/>
              <a:gd name="connsiteY41" fmla="*/ 196115 h 268287"/>
              <a:gd name="connsiteX42" fmla="*/ 67840 w 331788"/>
              <a:gd name="connsiteY42" fmla="*/ 145905 h 268287"/>
              <a:gd name="connsiteX43" fmla="*/ 84600 w 331788"/>
              <a:gd name="connsiteY43" fmla="*/ 140755 h 268287"/>
              <a:gd name="connsiteX44" fmla="*/ 96203 w 331788"/>
              <a:gd name="connsiteY44" fmla="*/ 129168 h 268287"/>
              <a:gd name="connsiteX45" fmla="*/ 102649 w 331788"/>
              <a:gd name="connsiteY45" fmla="*/ 41623 h 268287"/>
              <a:gd name="connsiteX46" fmla="*/ 149707 w 331788"/>
              <a:gd name="connsiteY46" fmla="*/ 22312 h 268287"/>
              <a:gd name="connsiteX47" fmla="*/ 280988 w 331788"/>
              <a:gd name="connsiteY47" fmla="*/ 0 h 268287"/>
              <a:gd name="connsiteX48" fmla="*/ 306388 w 331788"/>
              <a:gd name="connsiteY48" fmla="*/ 0 h 268287"/>
              <a:gd name="connsiteX49" fmla="*/ 306388 w 331788"/>
              <a:gd name="connsiteY49" fmla="*/ 247650 h 268287"/>
              <a:gd name="connsiteX50" fmla="*/ 280988 w 331788"/>
              <a:gd name="connsiteY50" fmla="*/ 247650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1788" h="268287">
                <a:moveTo>
                  <a:pt x="0" y="255587"/>
                </a:moveTo>
                <a:lnTo>
                  <a:pt x="331788" y="255587"/>
                </a:lnTo>
                <a:lnTo>
                  <a:pt x="331788" y="268287"/>
                </a:lnTo>
                <a:lnTo>
                  <a:pt x="0" y="268287"/>
                </a:lnTo>
                <a:close/>
                <a:moveTo>
                  <a:pt x="76201" y="207962"/>
                </a:moveTo>
                <a:lnTo>
                  <a:pt x="82551" y="207962"/>
                </a:lnTo>
                <a:lnTo>
                  <a:pt x="82551" y="247650"/>
                </a:lnTo>
                <a:lnTo>
                  <a:pt x="55563" y="247650"/>
                </a:lnTo>
                <a:lnTo>
                  <a:pt x="55563" y="227012"/>
                </a:lnTo>
                <a:close/>
                <a:moveTo>
                  <a:pt x="115888" y="168275"/>
                </a:moveTo>
                <a:cubicBezTo>
                  <a:pt x="115888" y="168275"/>
                  <a:pt x="115888" y="168275"/>
                  <a:pt x="127168" y="168275"/>
                </a:cubicBezTo>
                <a:cubicBezTo>
                  <a:pt x="130928" y="169555"/>
                  <a:pt x="135941" y="170835"/>
                  <a:pt x="139701" y="170835"/>
                </a:cubicBezTo>
                <a:cubicBezTo>
                  <a:pt x="139701" y="170835"/>
                  <a:pt x="139701" y="170835"/>
                  <a:pt x="139701" y="247650"/>
                </a:cubicBezTo>
                <a:cubicBezTo>
                  <a:pt x="139701" y="247650"/>
                  <a:pt x="139701" y="247650"/>
                  <a:pt x="115888" y="247650"/>
                </a:cubicBezTo>
                <a:close/>
                <a:moveTo>
                  <a:pt x="198438" y="155575"/>
                </a:moveTo>
                <a:cubicBezTo>
                  <a:pt x="198438" y="155575"/>
                  <a:pt x="198438" y="155575"/>
                  <a:pt x="198438" y="247650"/>
                </a:cubicBezTo>
                <a:cubicBezTo>
                  <a:pt x="198438" y="247650"/>
                  <a:pt x="198438" y="247650"/>
                  <a:pt x="173038" y="247650"/>
                </a:cubicBezTo>
                <a:lnTo>
                  <a:pt x="173038" y="168363"/>
                </a:lnTo>
                <a:cubicBezTo>
                  <a:pt x="181928" y="165805"/>
                  <a:pt x="190818" y="161969"/>
                  <a:pt x="198438" y="155575"/>
                </a:cubicBezTo>
                <a:close/>
                <a:moveTo>
                  <a:pt x="149226" y="41376"/>
                </a:moveTo>
                <a:cubicBezTo>
                  <a:pt x="136937" y="41376"/>
                  <a:pt x="124649" y="46240"/>
                  <a:pt x="114947" y="55968"/>
                </a:cubicBezTo>
                <a:cubicBezTo>
                  <a:pt x="96838" y="74128"/>
                  <a:pt x="96838" y="105259"/>
                  <a:pt x="114947" y="123418"/>
                </a:cubicBezTo>
                <a:cubicBezTo>
                  <a:pt x="134350" y="142875"/>
                  <a:pt x="164101" y="142875"/>
                  <a:pt x="183504" y="123418"/>
                </a:cubicBezTo>
                <a:cubicBezTo>
                  <a:pt x="201613" y="105259"/>
                  <a:pt x="201613" y="74128"/>
                  <a:pt x="183504" y="55968"/>
                </a:cubicBezTo>
                <a:cubicBezTo>
                  <a:pt x="173803" y="46240"/>
                  <a:pt x="161514" y="41376"/>
                  <a:pt x="149226" y="41376"/>
                </a:cubicBezTo>
                <a:close/>
                <a:moveTo>
                  <a:pt x="228600" y="39687"/>
                </a:moveTo>
                <a:cubicBezTo>
                  <a:pt x="228600" y="39687"/>
                  <a:pt x="228600" y="39687"/>
                  <a:pt x="254000" y="39687"/>
                </a:cubicBezTo>
                <a:lnTo>
                  <a:pt x="254000" y="247650"/>
                </a:lnTo>
                <a:cubicBezTo>
                  <a:pt x="254000" y="247650"/>
                  <a:pt x="254000" y="247650"/>
                  <a:pt x="228600" y="247650"/>
                </a:cubicBezTo>
                <a:cubicBezTo>
                  <a:pt x="228600" y="247650"/>
                  <a:pt x="228600" y="247650"/>
                  <a:pt x="228600" y="110730"/>
                </a:cubicBezTo>
                <a:cubicBezTo>
                  <a:pt x="231140" y="104272"/>
                  <a:pt x="231140" y="96521"/>
                  <a:pt x="231140" y="90063"/>
                </a:cubicBezTo>
                <a:cubicBezTo>
                  <a:pt x="231140" y="83604"/>
                  <a:pt x="231140" y="75854"/>
                  <a:pt x="228600" y="69396"/>
                </a:cubicBezTo>
                <a:cubicBezTo>
                  <a:pt x="228600" y="69396"/>
                  <a:pt x="228600" y="69396"/>
                  <a:pt x="228600" y="39687"/>
                </a:cubicBezTo>
                <a:close/>
                <a:moveTo>
                  <a:pt x="149707" y="22312"/>
                </a:moveTo>
                <a:cubicBezTo>
                  <a:pt x="166789" y="22312"/>
                  <a:pt x="183872" y="28749"/>
                  <a:pt x="196764" y="41623"/>
                </a:cubicBezTo>
                <a:cubicBezTo>
                  <a:pt x="223838" y="68659"/>
                  <a:pt x="223838" y="111144"/>
                  <a:pt x="196764" y="136893"/>
                </a:cubicBezTo>
                <a:cubicBezTo>
                  <a:pt x="173558" y="161354"/>
                  <a:pt x="136170" y="162641"/>
                  <a:pt x="109096" y="143330"/>
                </a:cubicBezTo>
                <a:cubicBezTo>
                  <a:pt x="109096" y="143330"/>
                  <a:pt x="109096" y="143330"/>
                  <a:pt x="97492" y="154917"/>
                </a:cubicBezTo>
                <a:cubicBezTo>
                  <a:pt x="98782" y="160067"/>
                  <a:pt x="97492" y="166504"/>
                  <a:pt x="93625" y="170366"/>
                </a:cubicBezTo>
                <a:cubicBezTo>
                  <a:pt x="93625" y="170366"/>
                  <a:pt x="93625" y="170366"/>
                  <a:pt x="43344" y="220576"/>
                </a:cubicBezTo>
                <a:cubicBezTo>
                  <a:pt x="35608" y="227013"/>
                  <a:pt x="25295" y="227013"/>
                  <a:pt x="18848" y="220576"/>
                </a:cubicBezTo>
                <a:cubicBezTo>
                  <a:pt x="11113" y="214139"/>
                  <a:pt x="11113" y="202552"/>
                  <a:pt x="18848" y="196115"/>
                </a:cubicBezTo>
                <a:cubicBezTo>
                  <a:pt x="18848" y="196115"/>
                  <a:pt x="18848" y="196115"/>
                  <a:pt x="67840" y="145905"/>
                </a:cubicBezTo>
                <a:cubicBezTo>
                  <a:pt x="72997" y="142043"/>
                  <a:pt x="78154" y="140755"/>
                  <a:pt x="84600" y="140755"/>
                </a:cubicBezTo>
                <a:cubicBezTo>
                  <a:pt x="84600" y="140755"/>
                  <a:pt x="84600" y="140755"/>
                  <a:pt x="96203" y="129168"/>
                </a:cubicBezTo>
                <a:cubicBezTo>
                  <a:pt x="75575" y="103420"/>
                  <a:pt x="78154" y="66084"/>
                  <a:pt x="102649" y="41623"/>
                </a:cubicBezTo>
                <a:cubicBezTo>
                  <a:pt x="115542" y="28749"/>
                  <a:pt x="132624" y="22312"/>
                  <a:pt x="149707" y="22312"/>
                </a:cubicBezTo>
                <a:close/>
                <a:moveTo>
                  <a:pt x="280988" y="0"/>
                </a:moveTo>
                <a:lnTo>
                  <a:pt x="306388" y="0"/>
                </a:lnTo>
                <a:lnTo>
                  <a:pt x="306388" y="247650"/>
                </a:lnTo>
                <a:lnTo>
                  <a:pt x="280988" y="247650"/>
                </a:lnTo>
                <a:close/>
              </a:path>
            </a:pathLst>
          </a:custGeom>
          <a:solidFill>
            <a:srgbClr val="0FF3FF"/>
          </a:solidFill>
          <a:ln>
            <a:noFill/>
          </a:ln>
        </p:spPr>
        <p:txBody>
          <a:bodyPr/>
          <a:lstStyle/>
          <a:p>
            <a:endParaRPr lang="zh-CN" altLang="en-US" sz="13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7254196" y="1438269"/>
            <a:ext cx="4532420" cy="2192080"/>
            <a:chOff x="922423" y="1981593"/>
            <a:chExt cx="4532420" cy="2192080"/>
          </a:xfrm>
        </p:grpSpPr>
        <p:sp>
          <p:nvSpPr>
            <p:cNvPr id="17" name="矩形 16"/>
            <p:cNvSpPr/>
            <p:nvPr/>
          </p:nvSpPr>
          <p:spPr>
            <a:xfrm>
              <a:off x="922423" y="2334217"/>
              <a:ext cx="4532420" cy="183945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Tỷ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lệ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nhãn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cân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bằng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(50% OR - 50% CG).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phối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rating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độ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dài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văn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bản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tương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đồng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giữa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OR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CG.</a:t>
              </a:r>
            </a:p>
            <a:p>
              <a:pPr marL="1200150" lvl="2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Không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có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dữ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liệu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thiếu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818114" y="1981593"/>
              <a:ext cx="3168650" cy="579120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Đặc</a:t>
              </a:r>
              <a:r>
                <a:rPr lang="en-US" altLang="zh-CN" sz="13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điểm</a:t>
              </a:r>
              <a:r>
                <a:rPr lang="en-US" altLang="zh-CN" sz="13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dữ</a:t>
              </a:r>
              <a:r>
                <a:rPr lang="en-US" altLang="zh-CN" sz="13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liệu</a:t>
              </a:r>
              <a:endParaRPr lang="zh-CN" altLang="en-US" sz="13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32884" y="1415850"/>
            <a:ext cx="3142139" cy="1845062"/>
            <a:chOff x="1818114" y="1684854"/>
            <a:chExt cx="3142139" cy="1845062"/>
          </a:xfrm>
        </p:grpSpPr>
        <p:sp>
          <p:nvSpPr>
            <p:cNvPr id="20" name="矩形 19"/>
            <p:cNvSpPr/>
            <p:nvPr/>
          </p:nvSpPr>
          <p:spPr>
            <a:xfrm>
              <a:off x="1818114" y="2144253"/>
              <a:ext cx="3109229" cy="1385663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Tập 40000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đánh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giá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đa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dạng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từ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10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danh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mục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sản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phẩm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trên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Amazon </a:t>
              </a:r>
              <a:r>
                <a:rPr lang="en-US" altLang="vi-V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gồm</a:t>
              </a:r>
              <a:r>
                <a:rPr lang="en-US" altLang="vi-V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: </a:t>
              </a:r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20000 </a:t>
              </a:r>
              <a:r>
                <a:rPr lang="en-US" altLang="zh-C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đánh</a:t>
              </a: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giá</a:t>
              </a: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thật</a:t>
              </a: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(OG)</a:t>
              </a:r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20000 </a:t>
              </a:r>
              <a:r>
                <a:rPr lang="en-US" altLang="zh-C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đánh</a:t>
              </a: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giá</a:t>
              </a: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giả</a:t>
              </a:r>
              <a:r>
                <a:rPr lang="en-US" altLang="zh-CN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rPr>
                <a:t> (CG)</a:t>
              </a:r>
            </a:p>
            <a:p>
              <a:pPr algn="r">
                <a:lnSpc>
                  <a:spcPct val="150000"/>
                </a:lnSpc>
              </a:pPr>
              <a:endParaRPr lang="zh-CN" altLang="en-US" sz="13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2064653" y="1684854"/>
              <a:ext cx="2895600" cy="335280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altLang="vi-V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Nguồn</a:t>
              </a:r>
              <a:r>
                <a:rPr lang="en-US" altLang="vi-VN" sz="13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dữ</a:t>
              </a:r>
              <a:r>
                <a:rPr lang="en-US" altLang="vi-VN" sz="13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liệu</a:t>
              </a:r>
              <a:endParaRPr lang="zh-CN" altLang="en-US" sz="13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954428" y="4949364"/>
            <a:ext cx="5601052" cy="1789462"/>
            <a:chOff x="-2943192" y="3067579"/>
            <a:chExt cx="5601052" cy="1789462"/>
          </a:xfrm>
        </p:grpSpPr>
        <p:sp>
          <p:nvSpPr>
            <p:cNvPr id="23" name="矩形 22"/>
            <p:cNvSpPr/>
            <p:nvPr/>
          </p:nvSpPr>
          <p:spPr>
            <a:xfrm>
              <a:off x="-2943192" y="3354998"/>
              <a:ext cx="5601052" cy="150204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1200150" lvl="2" indent="-2857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Chuyển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về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chữ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thường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loại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bỏ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ký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tự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không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cần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thiết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.</a:t>
              </a:r>
            </a:p>
            <a:p>
              <a:pPr marL="1200150" lvl="2" indent="-2857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Tách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từ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(Tokenization)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dùng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NLTK.</a:t>
              </a:r>
            </a:p>
            <a:p>
              <a:pPr marL="1200150" lvl="2" indent="-2857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Loại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bỏ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từ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dừng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Stopwords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Removal).</a:t>
              </a:r>
            </a:p>
            <a:p>
              <a:pPr marL="1200150" lvl="2" indent="-285750">
                <a:lnSpc>
                  <a:spcPct val="170000"/>
                </a:lnSpc>
                <a:buFont typeface="Arial" panose="020B0604020202020204" pitchFamily="34" charset="0"/>
                <a:buChar char="•"/>
              </a:pP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Chuẩn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hóa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từ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3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ngữ</a:t>
              </a:r>
              <a:r>
                <a:rPr 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(Lemmatization).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-1742218" y="3067579"/>
              <a:ext cx="3041015" cy="366090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vi-VN" sz="13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Quy </a:t>
              </a:r>
              <a:r>
                <a:rPr lang="en-US" altLang="vi-VN" sz="13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trình</a:t>
              </a:r>
              <a:endParaRPr lang="zh-CN" altLang="en-US" sz="13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<p:cNvSpPr txBox="1"/>
          <p:nvPr/>
        </p:nvSpPr>
        <p:spPr>
          <a:xfrm>
            <a:off x="3324583" y="404998"/>
            <a:ext cx="5132086" cy="6207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Tiền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xử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lý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cho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Phát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hiện</a:t>
            </a:r>
            <a:r>
              <a:rPr lang="en-US" b="1" dirty="0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Gian </a:t>
            </a:r>
            <a:r>
              <a:rPr lang="en-US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lận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766" y="-296152"/>
            <a:ext cx="4240883" cy="212044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25B2355-1EE2-9795-23C6-C08332B0104E}"/>
              </a:ext>
            </a:extLst>
          </p:cNvPr>
          <p:cNvGrpSpPr/>
          <p:nvPr/>
        </p:nvGrpSpPr>
        <p:grpSpPr>
          <a:xfrm>
            <a:off x="3898440" y="1484698"/>
            <a:ext cx="4136598" cy="3730787"/>
            <a:chOff x="4038880" y="2318631"/>
            <a:chExt cx="4136598" cy="3730787"/>
          </a:xfrm>
        </p:grpSpPr>
        <p:grpSp>
          <p:nvGrpSpPr>
            <p:cNvPr id="7" name="组合 6"/>
            <p:cNvGrpSpPr/>
            <p:nvPr/>
          </p:nvGrpSpPr>
          <p:grpSpPr>
            <a:xfrm>
              <a:off x="4038880" y="2318631"/>
              <a:ext cx="4136598" cy="3730787"/>
              <a:chOff x="4038880" y="2188002"/>
              <a:chExt cx="4136598" cy="3730787"/>
            </a:xfrm>
          </p:grpSpPr>
          <p:sp>
            <p:nvSpPr>
              <p:cNvPr id="8" name="任意多边形: 形状 7"/>
              <p:cNvSpPr/>
              <p:nvPr/>
            </p:nvSpPr>
            <p:spPr>
              <a:xfrm rot="20557980">
                <a:off x="4038880" y="2218672"/>
                <a:ext cx="1768550" cy="1768548"/>
              </a:xfrm>
              <a:custGeom>
                <a:avLst/>
                <a:gdLst>
                  <a:gd name="connsiteX0" fmla="*/ 2030819 w 2030819"/>
                  <a:gd name="connsiteY0" fmla="*/ 0 h 2030819"/>
                  <a:gd name="connsiteX1" fmla="*/ 2030819 w 2030819"/>
                  <a:gd name="connsiteY1" fmla="*/ 2030819 h 2030819"/>
                  <a:gd name="connsiteX2" fmla="*/ 0 w 2030819"/>
                  <a:gd name="connsiteY2" fmla="*/ 2030819 h 2030819"/>
                  <a:gd name="connsiteX3" fmla="*/ 2030819 w 2030819"/>
                  <a:gd name="connsiteY3" fmla="*/ 0 h 2030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0819" h="2030819">
                    <a:moveTo>
                      <a:pt x="2030819" y="0"/>
                    </a:moveTo>
                    <a:lnTo>
                      <a:pt x="2030819" y="2030819"/>
                    </a:lnTo>
                    <a:lnTo>
                      <a:pt x="0" y="2030819"/>
                    </a:lnTo>
                    <a:cubicBezTo>
                      <a:pt x="0" y="909229"/>
                      <a:pt x="909229" y="0"/>
                      <a:pt x="2030819" y="0"/>
                    </a:cubicBezTo>
                    <a:close/>
                  </a:path>
                </a:pathLst>
              </a:custGeom>
              <a:solidFill>
                <a:srgbClr val="0FF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 rot="972983" flipH="1">
                <a:off x="6406930" y="2188002"/>
                <a:ext cx="1768548" cy="1768548"/>
              </a:xfrm>
              <a:custGeom>
                <a:avLst/>
                <a:gdLst>
                  <a:gd name="connsiteX0" fmla="*/ 2030819 w 2030819"/>
                  <a:gd name="connsiteY0" fmla="*/ 0 h 2030819"/>
                  <a:gd name="connsiteX1" fmla="*/ 2030819 w 2030819"/>
                  <a:gd name="connsiteY1" fmla="*/ 2030819 h 2030819"/>
                  <a:gd name="connsiteX2" fmla="*/ 0 w 2030819"/>
                  <a:gd name="connsiteY2" fmla="*/ 2030819 h 2030819"/>
                  <a:gd name="connsiteX3" fmla="*/ 2030819 w 2030819"/>
                  <a:gd name="connsiteY3" fmla="*/ 0 h 2030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0819" h="2030819">
                    <a:moveTo>
                      <a:pt x="2030819" y="0"/>
                    </a:moveTo>
                    <a:lnTo>
                      <a:pt x="2030819" y="2030819"/>
                    </a:lnTo>
                    <a:lnTo>
                      <a:pt x="0" y="2030819"/>
                    </a:lnTo>
                    <a:cubicBezTo>
                      <a:pt x="0" y="909229"/>
                      <a:pt x="909229" y="0"/>
                      <a:pt x="2030819" y="0"/>
                    </a:cubicBezTo>
                    <a:close/>
                  </a:path>
                </a:pathLst>
              </a:custGeom>
              <a:solidFill>
                <a:srgbClr val="6AE7FF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 rot="2642230" flipH="1" flipV="1">
                <a:off x="5259984" y="4150239"/>
                <a:ext cx="1768548" cy="1768550"/>
              </a:xfrm>
              <a:custGeom>
                <a:avLst/>
                <a:gdLst>
                  <a:gd name="connsiteX0" fmla="*/ 2030819 w 2030819"/>
                  <a:gd name="connsiteY0" fmla="*/ 0 h 2030819"/>
                  <a:gd name="connsiteX1" fmla="*/ 2030819 w 2030819"/>
                  <a:gd name="connsiteY1" fmla="*/ 2030819 h 2030819"/>
                  <a:gd name="connsiteX2" fmla="*/ 0 w 2030819"/>
                  <a:gd name="connsiteY2" fmla="*/ 2030819 h 2030819"/>
                  <a:gd name="connsiteX3" fmla="*/ 2030819 w 2030819"/>
                  <a:gd name="connsiteY3" fmla="*/ 0 h 2030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0819" h="2030819">
                    <a:moveTo>
                      <a:pt x="2030819" y="0"/>
                    </a:moveTo>
                    <a:lnTo>
                      <a:pt x="2030819" y="2030819"/>
                    </a:lnTo>
                    <a:lnTo>
                      <a:pt x="0" y="2030819"/>
                    </a:lnTo>
                    <a:cubicBezTo>
                      <a:pt x="0" y="909229"/>
                      <a:pt x="909229" y="0"/>
                      <a:pt x="2030819" y="0"/>
                    </a:cubicBezTo>
                    <a:close/>
                  </a:path>
                </a:pathLst>
              </a:custGeom>
              <a:solidFill>
                <a:srgbClr val="79BE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12" name="statistics-on-laptop_82095"/>
              <p:cNvSpPr>
                <a:spLocks noChangeAspect="1"/>
              </p:cNvSpPr>
              <p:nvPr/>
            </p:nvSpPr>
            <p:spPr bwMode="auto">
              <a:xfrm>
                <a:off x="4726865" y="2832434"/>
                <a:ext cx="798009" cy="645277"/>
              </a:xfrm>
              <a:custGeom>
                <a:avLst/>
                <a:gdLst>
                  <a:gd name="connsiteX0" fmla="*/ 0 w 331788"/>
                  <a:gd name="connsiteY0" fmla="*/ 255587 h 268287"/>
                  <a:gd name="connsiteX1" fmla="*/ 331788 w 331788"/>
                  <a:gd name="connsiteY1" fmla="*/ 255587 h 268287"/>
                  <a:gd name="connsiteX2" fmla="*/ 331788 w 331788"/>
                  <a:gd name="connsiteY2" fmla="*/ 268287 h 268287"/>
                  <a:gd name="connsiteX3" fmla="*/ 0 w 331788"/>
                  <a:gd name="connsiteY3" fmla="*/ 268287 h 268287"/>
                  <a:gd name="connsiteX4" fmla="*/ 76201 w 331788"/>
                  <a:gd name="connsiteY4" fmla="*/ 207962 h 268287"/>
                  <a:gd name="connsiteX5" fmla="*/ 82551 w 331788"/>
                  <a:gd name="connsiteY5" fmla="*/ 207962 h 268287"/>
                  <a:gd name="connsiteX6" fmla="*/ 82551 w 331788"/>
                  <a:gd name="connsiteY6" fmla="*/ 247650 h 268287"/>
                  <a:gd name="connsiteX7" fmla="*/ 55563 w 331788"/>
                  <a:gd name="connsiteY7" fmla="*/ 247650 h 268287"/>
                  <a:gd name="connsiteX8" fmla="*/ 55563 w 331788"/>
                  <a:gd name="connsiteY8" fmla="*/ 227012 h 268287"/>
                  <a:gd name="connsiteX9" fmla="*/ 115888 w 331788"/>
                  <a:gd name="connsiteY9" fmla="*/ 168275 h 268287"/>
                  <a:gd name="connsiteX10" fmla="*/ 127168 w 331788"/>
                  <a:gd name="connsiteY10" fmla="*/ 168275 h 268287"/>
                  <a:gd name="connsiteX11" fmla="*/ 139701 w 331788"/>
                  <a:gd name="connsiteY11" fmla="*/ 170835 h 268287"/>
                  <a:gd name="connsiteX12" fmla="*/ 139701 w 331788"/>
                  <a:gd name="connsiteY12" fmla="*/ 247650 h 268287"/>
                  <a:gd name="connsiteX13" fmla="*/ 115888 w 331788"/>
                  <a:gd name="connsiteY13" fmla="*/ 247650 h 268287"/>
                  <a:gd name="connsiteX14" fmla="*/ 198438 w 331788"/>
                  <a:gd name="connsiteY14" fmla="*/ 155575 h 268287"/>
                  <a:gd name="connsiteX15" fmla="*/ 198438 w 331788"/>
                  <a:gd name="connsiteY15" fmla="*/ 247650 h 268287"/>
                  <a:gd name="connsiteX16" fmla="*/ 173038 w 331788"/>
                  <a:gd name="connsiteY16" fmla="*/ 247650 h 268287"/>
                  <a:gd name="connsiteX17" fmla="*/ 173038 w 331788"/>
                  <a:gd name="connsiteY17" fmla="*/ 168363 h 268287"/>
                  <a:gd name="connsiteX18" fmla="*/ 198438 w 331788"/>
                  <a:gd name="connsiteY18" fmla="*/ 155575 h 268287"/>
                  <a:gd name="connsiteX19" fmla="*/ 149226 w 331788"/>
                  <a:gd name="connsiteY19" fmla="*/ 41376 h 268287"/>
                  <a:gd name="connsiteX20" fmla="*/ 114947 w 331788"/>
                  <a:gd name="connsiteY20" fmla="*/ 55968 h 268287"/>
                  <a:gd name="connsiteX21" fmla="*/ 114947 w 331788"/>
                  <a:gd name="connsiteY21" fmla="*/ 123418 h 268287"/>
                  <a:gd name="connsiteX22" fmla="*/ 183504 w 331788"/>
                  <a:gd name="connsiteY22" fmla="*/ 123418 h 268287"/>
                  <a:gd name="connsiteX23" fmla="*/ 183504 w 331788"/>
                  <a:gd name="connsiteY23" fmla="*/ 55968 h 268287"/>
                  <a:gd name="connsiteX24" fmla="*/ 149226 w 331788"/>
                  <a:gd name="connsiteY24" fmla="*/ 41376 h 268287"/>
                  <a:gd name="connsiteX25" fmla="*/ 228600 w 331788"/>
                  <a:gd name="connsiteY25" fmla="*/ 39687 h 268287"/>
                  <a:gd name="connsiteX26" fmla="*/ 254000 w 331788"/>
                  <a:gd name="connsiteY26" fmla="*/ 39687 h 268287"/>
                  <a:gd name="connsiteX27" fmla="*/ 254000 w 331788"/>
                  <a:gd name="connsiteY27" fmla="*/ 247650 h 268287"/>
                  <a:gd name="connsiteX28" fmla="*/ 228600 w 331788"/>
                  <a:gd name="connsiteY28" fmla="*/ 247650 h 268287"/>
                  <a:gd name="connsiteX29" fmla="*/ 228600 w 331788"/>
                  <a:gd name="connsiteY29" fmla="*/ 110730 h 268287"/>
                  <a:gd name="connsiteX30" fmla="*/ 231140 w 331788"/>
                  <a:gd name="connsiteY30" fmla="*/ 90063 h 268287"/>
                  <a:gd name="connsiteX31" fmla="*/ 228600 w 331788"/>
                  <a:gd name="connsiteY31" fmla="*/ 69396 h 268287"/>
                  <a:gd name="connsiteX32" fmla="*/ 228600 w 331788"/>
                  <a:gd name="connsiteY32" fmla="*/ 39687 h 268287"/>
                  <a:gd name="connsiteX33" fmla="*/ 149707 w 331788"/>
                  <a:gd name="connsiteY33" fmla="*/ 22312 h 268287"/>
                  <a:gd name="connsiteX34" fmla="*/ 196764 w 331788"/>
                  <a:gd name="connsiteY34" fmla="*/ 41623 h 268287"/>
                  <a:gd name="connsiteX35" fmla="*/ 196764 w 331788"/>
                  <a:gd name="connsiteY35" fmla="*/ 136893 h 268287"/>
                  <a:gd name="connsiteX36" fmla="*/ 109096 w 331788"/>
                  <a:gd name="connsiteY36" fmla="*/ 143330 h 268287"/>
                  <a:gd name="connsiteX37" fmla="*/ 97492 w 331788"/>
                  <a:gd name="connsiteY37" fmla="*/ 154917 h 268287"/>
                  <a:gd name="connsiteX38" fmla="*/ 93625 w 331788"/>
                  <a:gd name="connsiteY38" fmla="*/ 170366 h 268287"/>
                  <a:gd name="connsiteX39" fmla="*/ 43344 w 331788"/>
                  <a:gd name="connsiteY39" fmla="*/ 220576 h 268287"/>
                  <a:gd name="connsiteX40" fmla="*/ 18848 w 331788"/>
                  <a:gd name="connsiteY40" fmla="*/ 220576 h 268287"/>
                  <a:gd name="connsiteX41" fmla="*/ 18848 w 331788"/>
                  <a:gd name="connsiteY41" fmla="*/ 196115 h 268287"/>
                  <a:gd name="connsiteX42" fmla="*/ 67840 w 331788"/>
                  <a:gd name="connsiteY42" fmla="*/ 145905 h 268287"/>
                  <a:gd name="connsiteX43" fmla="*/ 84600 w 331788"/>
                  <a:gd name="connsiteY43" fmla="*/ 140755 h 268287"/>
                  <a:gd name="connsiteX44" fmla="*/ 96203 w 331788"/>
                  <a:gd name="connsiteY44" fmla="*/ 129168 h 268287"/>
                  <a:gd name="connsiteX45" fmla="*/ 102649 w 331788"/>
                  <a:gd name="connsiteY45" fmla="*/ 41623 h 268287"/>
                  <a:gd name="connsiteX46" fmla="*/ 149707 w 331788"/>
                  <a:gd name="connsiteY46" fmla="*/ 22312 h 268287"/>
                  <a:gd name="connsiteX47" fmla="*/ 280988 w 331788"/>
                  <a:gd name="connsiteY47" fmla="*/ 0 h 268287"/>
                  <a:gd name="connsiteX48" fmla="*/ 306388 w 331788"/>
                  <a:gd name="connsiteY48" fmla="*/ 0 h 268287"/>
                  <a:gd name="connsiteX49" fmla="*/ 306388 w 331788"/>
                  <a:gd name="connsiteY49" fmla="*/ 247650 h 268287"/>
                  <a:gd name="connsiteX50" fmla="*/ 280988 w 331788"/>
                  <a:gd name="connsiteY50" fmla="*/ 247650 h 268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31788" h="268287">
                    <a:moveTo>
                      <a:pt x="0" y="255587"/>
                    </a:moveTo>
                    <a:lnTo>
                      <a:pt x="331788" y="255587"/>
                    </a:lnTo>
                    <a:lnTo>
                      <a:pt x="331788" y="268287"/>
                    </a:lnTo>
                    <a:lnTo>
                      <a:pt x="0" y="268287"/>
                    </a:lnTo>
                    <a:close/>
                    <a:moveTo>
                      <a:pt x="76201" y="207962"/>
                    </a:moveTo>
                    <a:lnTo>
                      <a:pt x="82551" y="207962"/>
                    </a:lnTo>
                    <a:lnTo>
                      <a:pt x="82551" y="247650"/>
                    </a:lnTo>
                    <a:lnTo>
                      <a:pt x="55563" y="247650"/>
                    </a:lnTo>
                    <a:lnTo>
                      <a:pt x="55563" y="227012"/>
                    </a:lnTo>
                    <a:close/>
                    <a:moveTo>
                      <a:pt x="115888" y="168275"/>
                    </a:moveTo>
                    <a:cubicBezTo>
                      <a:pt x="115888" y="168275"/>
                      <a:pt x="115888" y="168275"/>
                      <a:pt x="127168" y="168275"/>
                    </a:cubicBezTo>
                    <a:cubicBezTo>
                      <a:pt x="130928" y="169555"/>
                      <a:pt x="135941" y="170835"/>
                      <a:pt x="139701" y="170835"/>
                    </a:cubicBezTo>
                    <a:cubicBezTo>
                      <a:pt x="139701" y="170835"/>
                      <a:pt x="139701" y="170835"/>
                      <a:pt x="139701" y="247650"/>
                    </a:cubicBezTo>
                    <a:cubicBezTo>
                      <a:pt x="139701" y="247650"/>
                      <a:pt x="139701" y="247650"/>
                      <a:pt x="115888" y="247650"/>
                    </a:cubicBezTo>
                    <a:close/>
                    <a:moveTo>
                      <a:pt x="198438" y="155575"/>
                    </a:moveTo>
                    <a:cubicBezTo>
                      <a:pt x="198438" y="155575"/>
                      <a:pt x="198438" y="155575"/>
                      <a:pt x="198438" y="247650"/>
                    </a:cubicBezTo>
                    <a:cubicBezTo>
                      <a:pt x="198438" y="247650"/>
                      <a:pt x="198438" y="247650"/>
                      <a:pt x="173038" y="247650"/>
                    </a:cubicBezTo>
                    <a:lnTo>
                      <a:pt x="173038" y="168363"/>
                    </a:lnTo>
                    <a:cubicBezTo>
                      <a:pt x="181928" y="165805"/>
                      <a:pt x="190818" y="161969"/>
                      <a:pt x="198438" y="155575"/>
                    </a:cubicBezTo>
                    <a:close/>
                    <a:moveTo>
                      <a:pt x="149226" y="41376"/>
                    </a:moveTo>
                    <a:cubicBezTo>
                      <a:pt x="136937" y="41376"/>
                      <a:pt x="124649" y="46240"/>
                      <a:pt x="114947" y="55968"/>
                    </a:cubicBezTo>
                    <a:cubicBezTo>
                      <a:pt x="96838" y="74128"/>
                      <a:pt x="96838" y="105259"/>
                      <a:pt x="114947" y="123418"/>
                    </a:cubicBezTo>
                    <a:cubicBezTo>
                      <a:pt x="134350" y="142875"/>
                      <a:pt x="164101" y="142875"/>
                      <a:pt x="183504" y="123418"/>
                    </a:cubicBezTo>
                    <a:cubicBezTo>
                      <a:pt x="201613" y="105259"/>
                      <a:pt x="201613" y="74128"/>
                      <a:pt x="183504" y="55968"/>
                    </a:cubicBezTo>
                    <a:cubicBezTo>
                      <a:pt x="173803" y="46240"/>
                      <a:pt x="161514" y="41376"/>
                      <a:pt x="149226" y="41376"/>
                    </a:cubicBezTo>
                    <a:close/>
                    <a:moveTo>
                      <a:pt x="228600" y="39687"/>
                    </a:moveTo>
                    <a:cubicBezTo>
                      <a:pt x="228600" y="39687"/>
                      <a:pt x="228600" y="39687"/>
                      <a:pt x="254000" y="39687"/>
                    </a:cubicBezTo>
                    <a:lnTo>
                      <a:pt x="254000" y="247650"/>
                    </a:lnTo>
                    <a:cubicBezTo>
                      <a:pt x="254000" y="247650"/>
                      <a:pt x="254000" y="247650"/>
                      <a:pt x="228600" y="247650"/>
                    </a:cubicBezTo>
                    <a:cubicBezTo>
                      <a:pt x="228600" y="247650"/>
                      <a:pt x="228600" y="247650"/>
                      <a:pt x="228600" y="110730"/>
                    </a:cubicBezTo>
                    <a:cubicBezTo>
                      <a:pt x="231140" y="104272"/>
                      <a:pt x="231140" y="96521"/>
                      <a:pt x="231140" y="90063"/>
                    </a:cubicBezTo>
                    <a:cubicBezTo>
                      <a:pt x="231140" y="83604"/>
                      <a:pt x="231140" y="75854"/>
                      <a:pt x="228600" y="69396"/>
                    </a:cubicBezTo>
                    <a:cubicBezTo>
                      <a:pt x="228600" y="69396"/>
                      <a:pt x="228600" y="69396"/>
                      <a:pt x="228600" y="39687"/>
                    </a:cubicBezTo>
                    <a:close/>
                    <a:moveTo>
                      <a:pt x="149707" y="22312"/>
                    </a:moveTo>
                    <a:cubicBezTo>
                      <a:pt x="166789" y="22312"/>
                      <a:pt x="183872" y="28749"/>
                      <a:pt x="196764" y="41623"/>
                    </a:cubicBezTo>
                    <a:cubicBezTo>
                      <a:pt x="223838" y="68659"/>
                      <a:pt x="223838" y="111144"/>
                      <a:pt x="196764" y="136893"/>
                    </a:cubicBezTo>
                    <a:cubicBezTo>
                      <a:pt x="173558" y="161354"/>
                      <a:pt x="136170" y="162641"/>
                      <a:pt x="109096" y="143330"/>
                    </a:cubicBezTo>
                    <a:cubicBezTo>
                      <a:pt x="109096" y="143330"/>
                      <a:pt x="109096" y="143330"/>
                      <a:pt x="97492" y="154917"/>
                    </a:cubicBezTo>
                    <a:cubicBezTo>
                      <a:pt x="98782" y="160067"/>
                      <a:pt x="97492" y="166504"/>
                      <a:pt x="93625" y="170366"/>
                    </a:cubicBezTo>
                    <a:cubicBezTo>
                      <a:pt x="93625" y="170366"/>
                      <a:pt x="93625" y="170366"/>
                      <a:pt x="43344" y="220576"/>
                    </a:cubicBezTo>
                    <a:cubicBezTo>
                      <a:pt x="35608" y="227013"/>
                      <a:pt x="25295" y="227013"/>
                      <a:pt x="18848" y="220576"/>
                    </a:cubicBezTo>
                    <a:cubicBezTo>
                      <a:pt x="11113" y="214139"/>
                      <a:pt x="11113" y="202552"/>
                      <a:pt x="18848" y="196115"/>
                    </a:cubicBezTo>
                    <a:cubicBezTo>
                      <a:pt x="18848" y="196115"/>
                      <a:pt x="18848" y="196115"/>
                      <a:pt x="67840" y="145905"/>
                    </a:cubicBezTo>
                    <a:cubicBezTo>
                      <a:pt x="72997" y="142043"/>
                      <a:pt x="78154" y="140755"/>
                      <a:pt x="84600" y="140755"/>
                    </a:cubicBezTo>
                    <a:cubicBezTo>
                      <a:pt x="84600" y="140755"/>
                      <a:pt x="84600" y="140755"/>
                      <a:pt x="96203" y="129168"/>
                    </a:cubicBezTo>
                    <a:cubicBezTo>
                      <a:pt x="75575" y="103420"/>
                      <a:pt x="78154" y="66084"/>
                      <a:pt x="102649" y="41623"/>
                    </a:cubicBezTo>
                    <a:cubicBezTo>
                      <a:pt x="115542" y="28749"/>
                      <a:pt x="132624" y="22312"/>
                      <a:pt x="149707" y="22312"/>
                    </a:cubicBezTo>
                    <a:close/>
                    <a:moveTo>
                      <a:pt x="280988" y="0"/>
                    </a:moveTo>
                    <a:lnTo>
                      <a:pt x="306388" y="0"/>
                    </a:lnTo>
                    <a:lnTo>
                      <a:pt x="306388" y="247650"/>
                    </a:lnTo>
                    <a:lnTo>
                      <a:pt x="280988" y="24765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  <p:sp>
            <p:nvSpPr>
              <p:cNvPr id="13" name="statistics-on-laptop_82095"/>
              <p:cNvSpPr>
                <a:spLocks noChangeAspect="1"/>
              </p:cNvSpPr>
              <p:nvPr/>
            </p:nvSpPr>
            <p:spPr bwMode="auto">
              <a:xfrm>
                <a:off x="6710478" y="2704438"/>
                <a:ext cx="798009" cy="773273"/>
              </a:xfrm>
              <a:custGeom>
                <a:avLst/>
                <a:gdLst>
                  <a:gd name="connsiteX0" fmla="*/ 58918 w 323554"/>
                  <a:gd name="connsiteY0" fmla="*/ 189699 h 313525"/>
                  <a:gd name="connsiteX1" fmla="*/ 101421 w 323554"/>
                  <a:gd name="connsiteY1" fmla="*/ 189699 h 313525"/>
                  <a:gd name="connsiteX2" fmla="*/ 103997 w 323554"/>
                  <a:gd name="connsiteY2" fmla="*/ 189699 h 313525"/>
                  <a:gd name="connsiteX3" fmla="*/ 114301 w 323554"/>
                  <a:gd name="connsiteY3" fmla="*/ 201731 h 313525"/>
                  <a:gd name="connsiteX4" fmla="*/ 113013 w 323554"/>
                  <a:gd name="connsiteY4" fmla="*/ 205741 h 313525"/>
                  <a:gd name="connsiteX5" fmla="*/ 101421 w 323554"/>
                  <a:gd name="connsiteY5" fmla="*/ 215099 h 313525"/>
                  <a:gd name="connsiteX6" fmla="*/ 58918 w 323554"/>
                  <a:gd name="connsiteY6" fmla="*/ 215099 h 313525"/>
                  <a:gd name="connsiteX7" fmla="*/ 46038 w 323554"/>
                  <a:gd name="connsiteY7" fmla="*/ 201731 h 313525"/>
                  <a:gd name="connsiteX8" fmla="*/ 58918 w 323554"/>
                  <a:gd name="connsiteY8" fmla="*/ 189699 h 313525"/>
                  <a:gd name="connsiteX9" fmla="*/ 149225 w 323554"/>
                  <a:gd name="connsiteY9" fmla="*/ 165887 h 313525"/>
                  <a:gd name="connsiteX10" fmla="*/ 142875 w 323554"/>
                  <a:gd name="connsiteY10" fmla="*/ 186525 h 313525"/>
                  <a:gd name="connsiteX11" fmla="*/ 153988 w 323554"/>
                  <a:gd name="connsiteY11" fmla="*/ 196050 h 313525"/>
                  <a:gd name="connsiteX12" fmla="*/ 173038 w 323554"/>
                  <a:gd name="connsiteY12" fmla="*/ 188112 h 313525"/>
                  <a:gd name="connsiteX13" fmla="*/ 145188 w 323554"/>
                  <a:gd name="connsiteY13" fmla="*/ 151599 h 313525"/>
                  <a:gd name="connsiteX14" fmla="*/ 187326 w 323554"/>
                  <a:gd name="connsiteY14" fmla="*/ 190104 h 313525"/>
                  <a:gd name="connsiteX15" fmla="*/ 138803 w 323554"/>
                  <a:gd name="connsiteY15" fmla="*/ 210640 h 313525"/>
                  <a:gd name="connsiteX16" fmla="*/ 131142 w 323554"/>
                  <a:gd name="connsiteY16" fmla="*/ 210640 h 313525"/>
                  <a:gd name="connsiteX17" fmla="*/ 129865 w 323554"/>
                  <a:gd name="connsiteY17" fmla="*/ 202939 h 313525"/>
                  <a:gd name="connsiteX18" fmla="*/ 145188 w 323554"/>
                  <a:gd name="connsiteY18" fmla="*/ 151599 h 313525"/>
                  <a:gd name="connsiteX19" fmla="*/ 58982 w 323554"/>
                  <a:gd name="connsiteY19" fmla="*/ 146837 h 313525"/>
                  <a:gd name="connsiteX20" fmla="*/ 130176 w 323554"/>
                  <a:gd name="connsiteY20" fmla="*/ 146837 h 313525"/>
                  <a:gd name="connsiteX21" fmla="*/ 130176 w 323554"/>
                  <a:gd name="connsiteY21" fmla="*/ 148186 h 313525"/>
                  <a:gd name="connsiteX22" fmla="*/ 122409 w 323554"/>
                  <a:gd name="connsiteY22" fmla="*/ 173825 h 313525"/>
                  <a:gd name="connsiteX23" fmla="*/ 58982 w 323554"/>
                  <a:gd name="connsiteY23" fmla="*/ 173825 h 313525"/>
                  <a:gd name="connsiteX24" fmla="*/ 46038 w 323554"/>
                  <a:gd name="connsiteY24" fmla="*/ 160331 h 313525"/>
                  <a:gd name="connsiteX25" fmla="*/ 58982 w 323554"/>
                  <a:gd name="connsiteY25" fmla="*/ 146837 h 313525"/>
                  <a:gd name="connsiteX26" fmla="*/ 59011 w 323554"/>
                  <a:gd name="connsiteY26" fmla="*/ 105562 h 313525"/>
                  <a:gd name="connsiteX27" fmla="*/ 166688 w 323554"/>
                  <a:gd name="connsiteY27" fmla="*/ 105562 h 313525"/>
                  <a:gd name="connsiteX28" fmla="*/ 144634 w 323554"/>
                  <a:gd name="connsiteY28" fmla="*/ 130962 h 313525"/>
                  <a:gd name="connsiteX29" fmla="*/ 59011 w 323554"/>
                  <a:gd name="connsiteY29" fmla="*/ 130962 h 313525"/>
                  <a:gd name="connsiteX30" fmla="*/ 46038 w 323554"/>
                  <a:gd name="connsiteY30" fmla="*/ 118930 h 313525"/>
                  <a:gd name="connsiteX31" fmla="*/ 59011 w 323554"/>
                  <a:gd name="connsiteY31" fmla="*/ 105562 h 313525"/>
                  <a:gd name="connsiteX32" fmla="*/ 226883 w 323554"/>
                  <a:gd name="connsiteY32" fmla="*/ 81749 h 313525"/>
                  <a:gd name="connsiteX33" fmla="*/ 224292 w 323554"/>
                  <a:gd name="connsiteY33" fmla="*/ 83037 h 313525"/>
                  <a:gd name="connsiteX34" fmla="*/ 171159 w 323554"/>
                  <a:gd name="connsiteY34" fmla="*/ 140996 h 313525"/>
                  <a:gd name="connsiteX35" fmla="*/ 172455 w 323554"/>
                  <a:gd name="connsiteY35" fmla="*/ 146148 h 313525"/>
                  <a:gd name="connsiteX36" fmla="*/ 175047 w 323554"/>
                  <a:gd name="connsiteY36" fmla="*/ 148724 h 313525"/>
                  <a:gd name="connsiteX37" fmla="*/ 177639 w 323554"/>
                  <a:gd name="connsiteY37" fmla="*/ 150012 h 313525"/>
                  <a:gd name="connsiteX38" fmla="*/ 180230 w 323554"/>
                  <a:gd name="connsiteY38" fmla="*/ 148724 h 313525"/>
                  <a:gd name="connsiteX39" fmla="*/ 232067 w 323554"/>
                  <a:gd name="connsiteY39" fmla="*/ 90765 h 313525"/>
                  <a:gd name="connsiteX40" fmla="*/ 232067 w 323554"/>
                  <a:gd name="connsiteY40" fmla="*/ 85613 h 313525"/>
                  <a:gd name="connsiteX41" fmla="*/ 229475 w 323554"/>
                  <a:gd name="connsiteY41" fmla="*/ 83037 h 313525"/>
                  <a:gd name="connsiteX42" fmla="*/ 226883 w 323554"/>
                  <a:gd name="connsiteY42" fmla="*/ 81749 h 313525"/>
                  <a:gd name="connsiteX43" fmla="*/ 247254 w 323554"/>
                  <a:gd name="connsiteY43" fmla="*/ 62303 h 313525"/>
                  <a:gd name="connsiteX44" fmla="*/ 242491 w 323554"/>
                  <a:gd name="connsiteY44" fmla="*/ 63493 h 313525"/>
                  <a:gd name="connsiteX45" fmla="*/ 237729 w 323554"/>
                  <a:gd name="connsiteY45" fmla="*/ 68256 h 313525"/>
                  <a:gd name="connsiteX46" fmla="*/ 236538 w 323554"/>
                  <a:gd name="connsiteY46" fmla="*/ 70637 h 313525"/>
                  <a:gd name="connsiteX47" fmla="*/ 237729 w 323554"/>
                  <a:gd name="connsiteY47" fmla="*/ 73019 h 313525"/>
                  <a:gd name="connsiteX48" fmla="*/ 240110 w 323554"/>
                  <a:gd name="connsiteY48" fmla="*/ 74209 h 313525"/>
                  <a:gd name="connsiteX49" fmla="*/ 242491 w 323554"/>
                  <a:gd name="connsiteY49" fmla="*/ 75400 h 313525"/>
                  <a:gd name="connsiteX50" fmla="*/ 244873 w 323554"/>
                  <a:gd name="connsiteY50" fmla="*/ 75400 h 313525"/>
                  <a:gd name="connsiteX51" fmla="*/ 244873 w 323554"/>
                  <a:gd name="connsiteY51" fmla="*/ 74209 h 313525"/>
                  <a:gd name="connsiteX52" fmla="*/ 249635 w 323554"/>
                  <a:gd name="connsiteY52" fmla="*/ 69447 h 313525"/>
                  <a:gd name="connsiteX53" fmla="*/ 249635 w 323554"/>
                  <a:gd name="connsiteY53" fmla="*/ 64684 h 313525"/>
                  <a:gd name="connsiteX54" fmla="*/ 247254 w 323554"/>
                  <a:gd name="connsiteY54" fmla="*/ 62303 h 313525"/>
                  <a:gd name="connsiteX55" fmla="*/ 24647 w 323554"/>
                  <a:gd name="connsiteY55" fmla="*/ 48412 h 313525"/>
                  <a:gd name="connsiteX56" fmla="*/ 201069 w 323554"/>
                  <a:gd name="connsiteY56" fmla="*/ 48412 h 313525"/>
                  <a:gd name="connsiteX57" fmla="*/ 214041 w 323554"/>
                  <a:gd name="connsiteY57" fmla="*/ 52292 h 313525"/>
                  <a:gd name="connsiteX58" fmla="*/ 193285 w 323554"/>
                  <a:gd name="connsiteY58" fmla="*/ 76863 h 313525"/>
                  <a:gd name="connsiteX59" fmla="*/ 181610 w 323554"/>
                  <a:gd name="connsiteY59" fmla="*/ 72983 h 313525"/>
                  <a:gd name="connsiteX60" fmla="*/ 45403 w 323554"/>
                  <a:gd name="connsiteY60" fmla="*/ 72983 h 313525"/>
                  <a:gd name="connsiteX61" fmla="*/ 24647 w 323554"/>
                  <a:gd name="connsiteY61" fmla="*/ 93675 h 313525"/>
                  <a:gd name="connsiteX62" fmla="*/ 24647 w 323554"/>
                  <a:gd name="connsiteY62" fmla="*/ 268262 h 313525"/>
                  <a:gd name="connsiteX63" fmla="*/ 45403 w 323554"/>
                  <a:gd name="connsiteY63" fmla="*/ 287660 h 313525"/>
                  <a:gd name="connsiteX64" fmla="*/ 181610 w 323554"/>
                  <a:gd name="connsiteY64" fmla="*/ 287660 h 313525"/>
                  <a:gd name="connsiteX65" fmla="*/ 202366 w 323554"/>
                  <a:gd name="connsiteY65" fmla="*/ 268262 h 313525"/>
                  <a:gd name="connsiteX66" fmla="*/ 202366 w 323554"/>
                  <a:gd name="connsiteY66" fmla="*/ 202307 h 313525"/>
                  <a:gd name="connsiteX67" fmla="*/ 203663 w 323554"/>
                  <a:gd name="connsiteY67" fmla="*/ 201014 h 313525"/>
                  <a:gd name="connsiteX68" fmla="*/ 206258 w 323554"/>
                  <a:gd name="connsiteY68" fmla="*/ 198427 h 313525"/>
                  <a:gd name="connsiteX69" fmla="*/ 227013 w 323554"/>
                  <a:gd name="connsiteY69" fmla="*/ 175149 h 313525"/>
                  <a:gd name="connsiteX70" fmla="*/ 227013 w 323554"/>
                  <a:gd name="connsiteY70" fmla="*/ 287660 h 313525"/>
                  <a:gd name="connsiteX71" fmla="*/ 201069 w 323554"/>
                  <a:gd name="connsiteY71" fmla="*/ 313525 h 313525"/>
                  <a:gd name="connsiteX72" fmla="*/ 25944 w 323554"/>
                  <a:gd name="connsiteY72" fmla="*/ 313525 h 313525"/>
                  <a:gd name="connsiteX73" fmla="*/ 0 w 323554"/>
                  <a:gd name="connsiteY73" fmla="*/ 287660 h 313525"/>
                  <a:gd name="connsiteX74" fmla="*/ 0 w 323554"/>
                  <a:gd name="connsiteY74" fmla="*/ 72983 h 313525"/>
                  <a:gd name="connsiteX75" fmla="*/ 24647 w 323554"/>
                  <a:gd name="connsiteY75" fmla="*/ 48412 h 313525"/>
                  <a:gd name="connsiteX76" fmla="*/ 242888 w 323554"/>
                  <a:gd name="connsiteY76" fmla="*/ 42062 h 313525"/>
                  <a:gd name="connsiteX77" fmla="*/ 285751 w 323554"/>
                  <a:gd name="connsiteY77" fmla="*/ 81750 h 313525"/>
                  <a:gd name="connsiteX78" fmla="*/ 279401 w 323554"/>
                  <a:gd name="connsiteY78" fmla="*/ 89687 h 313525"/>
                  <a:gd name="connsiteX79" fmla="*/ 200026 w 323554"/>
                  <a:gd name="connsiteY79" fmla="*/ 178587 h 313525"/>
                  <a:gd name="connsiteX80" fmla="*/ 193676 w 323554"/>
                  <a:gd name="connsiteY80" fmla="*/ 184937 h 313525"/>
                  <a:gd name="connsiteX81" fmla="*/ 150813 w 323554"/>
                  <a:gd name="connsiteY81" fmla="*/ 146837 h 313525"/>
                  <a:gd name="connsiteX82" fmla="*/ 155576 w 323554"/>
                  <a:gd name="connsiteY82" fmla="*/ 138899 h 313525"/>
                  <a:gd name="connsiteX83" fmla="*/ 236538 w 323554"/>
                  <a:gd name="connsiteY83" fmla="*/ 48412 h 313525"/>
                  <a:gd name="connsiteX84" fmla="*/ 257175 w 323554"/>
                  <a:gd name="connsiteY84" fmla="*/ 26187 h 313525"/>
                  <a:gd name="connsiteX85" fmla="*/ 301625 w 323554"/>
                  <a:gd name="connsiteY85" fmla="*/ 64287 h 313525"/>
                  <a:gd name="connsiteX86" fmla="*/ 295275 w 323554"/>
                  <a:gd name="connsiteY86" fmla="*/ 72225 h 313525"/>
                  <a:gd name="connsiteX87" fmla="*/ 290513 w 323554"/>
                  <a:gd name="connsiteY87" fmla="*/ 75400 h 313525"/>
                  <a:gd name="connsiteX88" fmla="*/ 247650 w 323554"/>
                  <a:gd name="connsiteY88" fmla="*/ 37300 h 313525"/>
                  <a:gd name="connsiteX89" fmla="*/ 250825 w 323554"/>
                  <a:gd name="connsiteY89" fmla="*/ 34125 h 313525"/>
                  <a:gd name="connsiteX90" fmla="*/ 285750 w 323554"/>
                  <a:gd name="connsiteY90" fmla="*/ 11899 h 313525"/>
                  <a:gd name="connsiteX91" fmla="*/ 279400 w 323554"/>
                  <a:gd name="connsiteY91" fmla="*/ 19837 h 313525"/>
                  <a:gd name="connsiteX92" fmla="*/ 304800 w 323554"/>
                  <a:gd name="connsiteY92" fmla="*/ 43649 h 313525"/>
                  <a:gd name="connsiteX93" fmla="*/ 312738 w 323554"/>
                  <a:gd name="connsiteY93" fmla="*/ 35712 h 313525"/>
                  <a:gd name="connsiteX94" fmla="*/ 285265 w 323554"/>
                  <a:gd name="connsiteY94" fmla="*/ 516 h 313525"/>
                  <a:gd name="connsiteX95" fmla="*/ 294336 w 323554"/>
                  <a:gd name="connsiteY95" fmla="*/ 3151 h 313525"/>
                  <a:gd name="connsiteX96" fmla="*/ 318958 w 323554"/>
                  <a:gd name="connsiteY96" fmla="*/ 25545 h 313525"/>
                  <a:gd name="connsiteX97" fmla="*/ 320254 w 323554"/>
                  <a:gd name="connsiteY97" fmla="*/ 43987 h 313525"/>
                  <a:gd name="connsiteX98" fmla="*/ 305999 w 323554"/>
                  <a:gd name="connsiteY98" fmla="*/ 61112 h 313525"/>
                  <a:gd name="connsiteX99" fmla="*/ 261938 w 323554"/>
                  <a:gd name="connsiteY99" fmla="*/ 20276 h 313525"/>
                  <a:gd name="connsiteX100" fmla="*/ 276193 w 323554"/>
                  <a:gd name="connsiteY100" fmla="*/ 4468 h 313525"/>
                  <a:gd name="connsiteX101" fmla="*/ 285265 w 323554"/>
                  <a:gd name="connsiteY101" fmla="*/ 516 h 31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</a:cxnLst>
                <a:rect l="l" t="t" r="r" b="b"/>
                <a:pathLst>
                  <a:path w="323554" h="313525">
                    <a:moveTo>
                      <a:pt x="58918" y="189699"/>
                    </a:moveTo>
                    <a:cubicBezTo>
                      <a:pt x="58918" y="189699"/>
                      <a:pt x="58918" y="189699"/>
                      <a:pt x="101421" y="189699"/>
                    </a:cubicBezTo>
                    <a:cubicBezTo>
                      <a:pt x="102709" y="189699"/>
                      <a:pt x="102709" y="189699"/>
                      <a:pt x="103997" y="189699"/>
                    </a:cubicBezTo>
                    <a:cubicBezTo>
                      <a:pt x="109149" y="189699"/>
                      <a:pt x="114301" y="195046"/>
                      <a:pt x="114301" y="201731"/>
                    </a:cubicBezTo>
                    <a:cubicBezTo>
                      <a:pt x="114301" y="203067"/>
                      <a:pt x="114301" y="204404"/>
                      <a:pt x="113013" y="205741"/>
                    </a:cubicBezTo>
                    <a:cubicBezTo>
                      <a:pt x="111725" y="211088"/>
                      <a:pt x="107861" y="215099"/>
                      <a:pt x="101421" y="215099"/>
                    </a:cubicBezTo>
                    <a:cubicBezTo>
                      <a:pt x="101421" y="215099"/>
                      <a:pt x="101421" y="215099"/>
                      <a:pt x="58918" y="215099"/>
                    </a:cubicBezTo>
                    <a:cubicBezTo>
                      <a:pt x="51190" y="215099"/>
                      <a:pt x="46038" y="209752"/>
                      <a:pt x="46038" y="201731"/>
                    </a:cubicBezTo>
                    <a:cubicBezTo>
                      <a:pt x="46038" y="195046"/>
                      <a:pt x="51190" y="189699"/>
                      <a:pt x="58918" y="189699"/>
                    </a:cubicBezTo>
                    <a:close/>
                    <a:moveTo>
                      <a:pt x="149225" y="165887"/>
                    </a:moveTo>
                    <a:lnTo>
                      <a:pt x="142875" y="186525"/>
                    </a:lnTo>
                    <a:lnTo>
                      <a:pt x="153988" y="196050"/>
                    </a:lnTo>
                    <a:lnTo>
                      <a:pt x="173038" y="188112"/>
                    </a:lnTo>
                    <a:close/>
                    <a:moveTo>
                      <a:pt x="145188" y="151599"/>
                    </a:moveTo>
                    <a:cubicBezTo>
                      <a:pt x="145188" y="151599"/>
                      <a:pt x="145188" y="151599"/>
                      <a:pt x="187326" y="190104"/>
                    </a:cubicBezTo>
                    <a:cubicBezTo>
                      <a:pt x="187326" y="190104"/>
                      <a:pt x="187326" y="190104"/>
                      <a:pt x="138803" y="210640"/>
                    </a:cubicBezTo>
                    <a:cubicBezTo>
                      <a:pt x="136249" y="211924"/>
                      <a:pt x="133696" y="211924"/>
                      <a:pt x="131142" y="210640"/>
                    </a:cubicBezTo>
                    <a:cubicBezTo>
                      <a:pt x="129865" y="208073"/>
                      <a:pt x="128588" y="205506"/>
                      <a:pt x="129865" y="202939"/>
                    </a:cubicBezTo>
                    <a:cubicBezTo>
                      <a:pt x="129865" y="202939"/>
                      <a:pt x="129865" y="202939"/>
                      <a:pt x="145188" y="151599"/>
                    </a:cubicBezTo>
                    <a:close/>
                    <a:moveTo>
                      <a:pt x="58982" y="146837"/>
                    </a:moveTo>
                    <a:cubicBezTo>
                      <a:pt x="58982" y="146837"/>
                      <a:pt x="58982" y="146837"/>
                      <a:pt x="130176" y="146837"/>
                    </a:cubicBezTo>
                    <a:cubicBezTo>
                      <a:pt x="130176" y="148186"/>
                      <a:pt x="130176" y="148186"/>
                      <a:pt x="130176" y="148186"/>
                    </a:cubicBezTo>
                    <a:lnTo>
                      <a:pt x="122409" y="173825"/>
                    </a:lnTo>
                    <a:cubicBezTo>
                      <a:pt x="122409" y="173825"/>
                      <a:pt x="122409" y="173825"/>
                      <a:pt x="58982" y="173825"/>
                    </a:cubicBezTo>
                    <a:cubicBezTo>
                      <a:pt x="51216" y="173825"/>
                      <a:pt x="46038" y="167078"/>
                      <a:pt x="46038" y="160331"/>
                    </a:cubicBezTo>
                    <a:cubicBezTo>
                      <a:pt x="46038" y="153584"/>
                      <a:pt x="51216" y="146837"/>
                      <a:pt x="58982" y="146837"/>
                    </a:cubicBezTo>
                    <a:close/>
                    <a:moveTo>
                      <a:pt x="59011" y="105562"/>
                    </a:moveTo>
                    <a:lnTo>
                      <a:pt x="166688" y="105562"/>
                    </a:lnTo>
                    <a:cubicBezTo>
                      <a:pt x="166688" y="105562"/>
                      <a:pt x="166688" y="105562"/>
                      <a:pt x="144634" y="130962"/>
                    </a:cubicBezTo>
                    <a:cubicBezTo>
                      <a:pt x="144634" y="130962"/>
                      <a:pt x="144634" y="130962"/>
                      <a:pt x="59011" y="130962"/>
                    </a:cubicBezTo>
                    <a:cubicBezTo>
                      <a:pt x="51227" y="130962"/>
                      <a:pt x="46038" y="125615"/>
                      <a:pt x="46038" y="118930"/>
                    </a:cubicBezTo>
                    <a:cubicBezTo>
                      <a:pt x="46038" y="110909"/>
                      <a:pt x="51227" y="105562"/>
                      <a:pt x="59011" y="105562"/>
                    </a:cubicBezTo>
                    <a:close/>
                    <a:moveTo>
                      <a:pt x="226883" y="81749"/>
                    </a:moveTo>
                    <a:cubicBezTo>
                      <a:pt x="225587" y="81749"/>
                      <a:pt x="224292" y="83037"/>
                      <a:pt x="224292" y="83037"/>
                    </a:cubicBezTo>
                    <a:cubicBezTo>
                      <a:pt x="224292" y="83037"/>
                      <a:pt x="224292" y="83037"/>
                      <a:pt x="171159" y="140996"/>
                    </a:cubicBezTo>
                    <a:cubicBezTo>
                      <a:pt x="169863" y="142284"/>
                      <a:pt x="169863" y="144860"/>
                      <a:pt x="172455" y="146148"/>
                    </a:cubicBezTo>
                    <a:cubicBezTo>
                      <a:pt x="172455" y="146148"/>
                      <a:pt x="172455" y="146148"/>
                      <a:pt x="175047" y="148724"/>
                    </a:cubicBezTo>
                    <a:cubicBezTo>
                      <a:pt x="175047" y="148724"/>
                      <a:pt x="176343" y="150012"/>
                      <a:pt x="177639" y="150012"/>
                    </a:cubicBezTo>
                    <a:cubicBezTo>
                      <a:pt x="177639" y="150012"/>
                      <a:pt x="178934" y="148724"/>
                      <a:pt x="180230" y="148724"/>
                    </a:cubicBezTo>
                    <a:cubicBezTo>
                      <a:pt x="180230" y="148724"/>
                      <a:pt x="180230" y="148724"/>
                      <a:pt x="232067" y="90765"/>
                    </a:cubicBezTo>
                    <a:cubicBezTo>
                      <a:pt x="233363" y="89477"/>
                      <a:pt x="233363" y="86901"/>
                      <a:pt x="232067" y="85613"/>
                    </a:cubicBezTo>
                    <a:cubicBezTo>
                      <a:pt x="232067" y="85613"/>
                      <a:pt x="232067" y="85613"/>
                      <a:pt x="229475" y="83037"/>
                    </a:cubicBezTo>
                    <a:cubicBezTo>
                      <a:pt x="228179" y="81749"/>
                      <a:pt x="226883" y="81749"/>
                      <a:pt x="226883" y="81749"/>
                    </a:cubicBezTo>
                    <a:close/>
                    <a:moveTo>
                      <a:pt x="247254" y="62303"/>
                    </a:moveTo>
                    <a:cubicBezTo>
                      <a:pt x="244873" y="61112"/>
                      <a:pt x="243682" y="62303"/>
                      <a:pt x="242491" y="63493"/>
                    </a:cubicBezTo>
                    <a:cubicBezTo>
                      <a:pt x="242491" y="63493"/>
                      <a:pt x="242491" y="63493"/>
                      <a:pt x="237729" y="68256"/>
                    </a:cubicBezTo>
                    <a:cubicBezTo>
                      <a:pt x="237729" y="68256"/>
                      <a:pt x="236538" y="69447"/>
                      <a:pt x="236538" y="70637"/>
                    </a:cubicBezTo>
                    <a:cubicBezTo>
                      <a:pt x="236538" y="70637"/>
                      <a:pt x="237729" y="71828"/>
                      <a:pt x="237729" y="73019"/>
                    </a:cubicBezTo>
                    <a:cubicBezTo>
                      <a:pt x="237729" y="73019"/>
                      <a:pt x="237729" y="73019"/>
                      <a:pt x="240110" y="74209"/>
                    </a:cubicBezTo>
                    <a:cubicBezTo>
                      <a:pt x="241301" y="75400"/>
                      <a:pt x="242491" y="75400"/>
                      <a:pt x="242491" y="75400"/>
                    </a:cubicBezTo>
                    <a:cubicBezTo>
                      <a:pt x="243682" y="75400"/>
                      <a:pt x="243682" y="75400"/>
                      <a:pt x="244873" y="75400"/>
                    </a:cubicBezTo>
                    <a:cubicBezTo>
                      <a:pt x="244873" y="74209"/>
                      <a:pt x="244873" y="74209"/>
                      <a:pt x="244873" y="74209"/>
                    </a:cubicBezTo>
                    <a:cubicBezTo>
                      <a:pt x="244873" y="74209"/>
                      <a:pt x="244873" y="74209"/>
                      <a:pt x="249635" y="69447"/>
                    </a:cubicBezTo>
                    <a:cubicBezTo>
                      <a:pt x="250826" y="68256"/>
                      <a:pt x="250826" y="65875"/>
                      <a:pt x="249635" y="64684"/>
                    </a:cubicBezTo>
                    <a:cubicBezTo>
                      <a:pt x="249635" y="64684"/>
                      <a:pt x="249635" y="64684"/>
                      <a:pt x="247254" y="62303"/>
                    </a:cubicBezTo>
                    <a:close/>
                    <a:moveTo>
                      <a:pt x="24647" y="48412"/>
                    </a:moveTo>
                    <a:cubicBezTo>
                      <a:pt x="24647" y="48412"/>
                      <a:pt x="24647" y="48412"/>
                      <a:pt x="201069" y="48412"/>
                    </a:cubicBezTo>
                    <a:cubicBezTo>
                      <a:pt x="206258" y="48412"/>
                      <a:pt x="210149" y="49705"/>
                      <a:pt x="214041" y="52292"/>
                    </a:cubicBezTo>
                    <a:cubicBezTo>
                      <a:pt x="214041" y="52292"/>
                      <a:pt x="214041" y="52292"/>
                      <a:pt x="193285" y="76863"/>
                    </a:cubicBezTo>
                    <a:cubicBezTo>
                      <a:pt x="189394" y="74277"/>
                      <a:pt x="185502" y="72983"/>
                      <a:pt x="181610" y="72983"/>
                    </a:cubicBezTo>
                    <a:cubicBezTo>
                      <a:pt x="181610" y="72983"/>
                      <a:pt x="181610" y="72983"/>
                      <a:pt x="45403" y="72983"/>
                    </a:cubicBezTo>
                    <a:cubicBezTo>
                      <a:pt x="33728" y="72983"/>
                      <a:pt x="24647" y="82036"/>
                      <a:pt x="24647" y="93675"/>
                    </a:cubicBezTo>
                    <a:cubicBezTo>
                      <a:pt x="24647" y="93675"/>
                      <a:pt x="24647" y="93675"/>
                      <a:pt x="24647" y="268262"/>
                    </a:cubicBezTo>
                    <a:cubicBezTo>
                      <a:pt x="24647" y="278608"/>
                      <a:pt x="33728" y="287660"/>
                      <a:pt x="45403" y="287660"/>
                    </a:cubicBezTo>
                    <a:cubicBezTo>
                      <a:pt x="45403" y="287660"/>
                      <a:pt x="45403" y="287660"/>
                      <a:pt x="181610" y="287660"/>
                    </a:cubicBezTo>
                    <a:cubicBezTo>
                      <a:pt x="193285" y="287660"/>
                      <a:pt x="202366" y="278608"/>
                      <a:pt x="202366" y="268262"/>
                    </a:cubicBezTo>
                    <a:cubicBezTo>
                      <a:pt x="202366" y="268262"/>
                      <a:pt x="202366" y="268262"/>
                      <a:pt x="202366" y="202307"/>
                    </a:cubicBezTo>
                    <a:cubicBezTo>
                      <a:pt x="202366" y="202307"/>
                      <a:pt x="202366" y="201014"/>
                      <a:pt x="203663" y="201014"/>
                    </a:cubicBezTo>
                    <a:cubicBezTo>
                      <a:pt x="203663" y="199720"/>
                      <a:pt x="204960" y="199720"/>
                      <a:pt x="206258" y="198427"/>
                    </a:cubicBezTo>
                    <a:cubicBezTo>
                      <a:pt x="206258" y="198427"/>
                      <a:pt x="206258" y="198427"/>
                      <a:pt x="227013" y="175149"/>
                    </a:cubicBezTo>
                    <a:cubicBezTo>
                      <a:pt x="227013" y="175149"/>
                      <a:pt x="227013" y="175149"/>
                      <a:pt x="227013" y="287660"/>
                    </a:cubicBezTo>
                    <a:cubicBezTo>
                      <a:pt x="227013" y="301886"/>
                      <a:pt x="215338" y="313525"/>
                      <a:pt x="201069" y="313525"/>
                    </a:cubicBezTo>
                    <a:cubicBezTo>
                      <a:pt x="201069" y="313525"/>
                      <a:pt x="201069" y="313525"/>
                      <a:pt x="25944" y="313525"/>
                    </a:cubicBezTo>
                    <a:cubicBezTo>
                      <a:pt x="11675" y="313525"/>
                      <a:pt x="0" y="301886"/>
                      <a:pt x="0" y="287660"/>
                    </a:cubicBezTo>
                    <a:cubicBezTo>
                      <a:pt x="0" y="287660"/>
                      <a:pt x="0" y="287660"/>
                      <a:pt x="0" y="72983"/>
                    </a:cubicBezTo>
                    <a:cubicBezTo>
                      <a:pt x="0" y="60051"/>
                      <a:pt x="10378" y="48412"/>
                      <a:pt x="24647" y="48412"/>
                    </a:cubicBezTo>
                    <a:close/>
                    <a:moveTo>
                      <a:pt x="242888" y="42062"/>
                    </a:moveTo>
                    <a:lnTo>
                      <a:pt x="285751" y="81750"/>
                    </a:lnTo>
                    <a:lnTo>
                      <a:pt x="279401" y="89687"/>
                    </a:lnTo>
                    <a:lnTo>
                      <a:pt x="200026" y="178587"/>
                    </a:lnTo>
                    <a:lnTo>
                      <a:pt x="193676" y="184937"/>
                    </a:lnTo>
                    <a:lnTo>
                      <a:pt x="150813" y="146837"/>
                    </a:lnTo>
                    <a:lnTo>
                      <a:pt x="155576" y="138899"/>
                    </a:lnTo>
                    <a:lnTo>
                      <a:pt x="236538" y="48412"/>
                    </a:lnTo>
                    <a:close/>
                    <a:moveTo>
                      <a:pt x="257175" y="26187"/>
                    </a:moveTo>
                    <a:lnTo>
                      <a:pt x="301625" y="64287"/>
                    </a:lnTo>
                    <a:lnTo>
                      <a:pt x="295275" y="72225"/>
                    </a:lnTo>
                    <a:lnTo>
                      <a:pt x="290513" y="75400"/>
                    </a:lnTo>
                    <a:lnTo>
                      <a:pt x="247650" y="37300"/>
                    </a:lnTo>
                    <a:lnTo>
                      <a:pt x="250825" y="34125"/>
                    </a:lnTo>
                    <a:close/>
                    <a:moveTo>
                      <a:pt x="285750" y="11899"/>
                    </a:moveTo>
                    <a:lnTo>
                      <a:pt x="279400" y="19837"/>
                    </a:lnTo>
                    <a:lnTo>
                      <a:pt x="304800" y="43649"/>
                    </a:lnTo>
                    <a:lnTo>
                      <a:pt x="312738" y="35712"/>
                    </a:lnTo>
                    <a:close/>
                    <a:moveTo>
                      <a:pt x="285265" y="516"/>
                    </a:moveTo>
                    <a:cubicBezTo>
                      <a:pt x="289152" y="-801"/>
                      <a:pt x="291744" y="516"/>
                      <a:pt x="294336" y="3151"/>
                    </a:cubicBezTo>
                    <a:cubicBezTo>
                      <a:pt x="294336" y="3151"/>
                      <a:pt x="294336" y="3151"/>
                      <a:pt x="318958" y="25545"/>
                    </a:cubicBezTo>
                    <a:cubicBezTo>
                      <a:pt x="324142" y="30814"/>
                      <a:pt x="325438" y="38718"/>
                      <a:pt x="320254" y="43987"/>
                    </a:cubicBezTo>
                    <a:cubicBezTo>
                      <a:pt x="320254" y="43987"/>
                      <a:pt x="320254" y="43987"/>
                      <a:pt x="305999" y="61112"/>
                    </a:cubicBezTo>
                    <a:cubicBezTo>
                      <a:pt x="305999" y="61112"/>
                      <a:pt x="305999" y="61112"/>
                      <a:pt x="261938" y="20276"/>
                    </a:cubicBezTo>
                    <a:cubicBezTo>
                      <a:pt x="261938" y="20276"/>
                      <a:pt x="261938" y="20276"/>
                      <a:pt x="276193" y="4468"/>
                    </a:cubicBezTo>
                    <a:cubicBezTo>
                      <a:pt x="278785" y="1834"/>
                      <a:pt x="281377" y="516"/>
                      <a:pt x="285265" y="51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sz="13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字魂70号-灵悦黑体" panose="00000500000000000000" pitchFamily="2" charset="-122"/>
                  <a:cs typeface="#9Slide03 Arima Madurai" panose="00000500000000000000" pitchFamily="2" charset="0"/>
                  <a:sym typeface="+mn-lt"/>
                </a:endParaRPr>
              </a:p>
            </p:txBody>
          </p:sp>
        </p:grpSp>
        <p:sp>
          <p:nvSpPr>
            <p:cNvPr id="3" name="statistics-on-laptop_82095">
              <a:extLst>
                <a:ext uri="{FF2B5EF4-FFF2-40B4-BE49-F238E27FC236}">
                  <a16:creationId xmlns:a16="http://schemas.microsoft.com/office/drawing/2014/main" id="{90FF2ADF-3B6B-E447-1B92-0CFDC3D7AB92}"/>
                </a:ext>
              </a:extLst>
            </p:cNvPr>
            <p:cNvSpPr>
              <a:spLocks noChangeAspect="1"/>
            </p:cNvSpPr>
            <p:nvPr/>
          </p:nvSpPr>
          <p:spPr bwMode="auto">
            <a:xfrm rot="260852">
              <a:off x="5718503" y="4625821"/>
              <a:ext cx="756520" cy="596121"/>
            </a:xfrm>
            <a:custGeom>
              <a:avLst/>
              <a:gdLst>
                <a:gd name="connsiteX0" fmla="*/ 238459 w 328388"/>
                <a:gd name="connsiteY0" fmla="*/ 133350 h 258763"/>
                <a:gd name="connsiteX1" fmla="*/ 229503 w 328388"/>
                <a:gd name="connsiteY1" fmla="*/ 144992 h 258763"/>
                <a:gd name="connsiteX2" fmla="*/ 234621 w 328388"/>
                <a:gd name="connsiteY2" fmla="*/ 160514 h 258763"/>
                <a:gd name="connsiteX3" fmla="*/ 205193 w 328388"/>
                <a:gd name="connsiteY3" fmla="*/ 190265 h 258763"/>
                <a:gd name="connsiteX4" fmla="*/ 177045 w 328388"/>
                <a:gd name="connsiteY4" fmla="*/ 160514 h 258763"/>
                <a:gd name="connsiteX5" fmla="*/ 178324 w 328388"/>
                <a:gd name="connsiteY5" fmla="*/ 150166 h 258763"/>
                <a:gd name="connsiteX6" fmla="*/ 166808 w 328388"/>
                <a:gd name="connsiteY6" fmla="*/ 142405 h 258763"/>
                <a:gd name="connsiteX7" fmla="*/ 162970 w 328388"/>
                <a:gd name="connsiteY7" fmla="*/ 160514 h 258763"/>
                <a:gd name="connsiteX8" fmla="*/ 205193 w 328388"/>
                <a:gd name="connsiteY8" fmla="*/ 203200 h 258763"/>
                <a:gd name="connsiteX9" fmla="*/ 248695 w 328388"/>
                <a:gd name="connsiteY9" fmla="*/ 160514 h 258763"/>
                <a:gd name="connsiteX10" fmla="*/ 238459 w 328388"/>
                <a:gd name="connsiteY10" fmla="*/ 133350 h 258763"/>
                <a:gd name="connsiteX11" fmla="*/ 205629 w 328388"/>
                <a:gd name="connsiteY11" fmla="*/ 117475 h 258763"/>
                <a:gd name="connsiteX12" fmla="*/ 175670 w 328388"/>
                <a:gd name="connsiteY12" fmla="*/ 129084 h 258763"/>
                <a:gd name="connsiteX13" fmla="*/ 188696 w 328388"/>
                <a:gd name="connsiteY13" fmla="*/ 138113 h 258763"/>
                <a:gd name="connsiteX14" fmla="*/ 205629 w 328388"/>
                <a:gd name="connsiteY14" fmla="*/ 131664 h 258763"/>
                <a:gd name="connsiteX15" fmla="*/ 218655 w 328388"/>
                <a:gd name="connsiteY15" fmla="*/ 134244 h 258763"/>
                <a:gd name="connsiteX16" fmla="*/ 226470 w 328388"/>
                <a:gd name="connsiteY16" fmla="*/ 122635 h 258763"/>
                <a:gd name="connsiteX17" fmla="*/ 205629 w 328388"/>
                <a:gd name="connsiteY17" fmla="*/ 117475 h 258763"/>
                <a:gd name="connsiteX18" fmla="*/ 299177 w 328388"/>
                <a:gd name="connsiteY18" fmla="*/ 0 h 258763"/>
                <a:gd name="connsiteX19" fmla="*/ 312121 w 328388"/>
                <a:gd name="connsiteY19" fmla="*/ 2588 h 258763"/>
                <a:gd name="connsiteX20" fmla="*/ 325066 w 328388"/>
                <a:gd name="connsiteY20" fmla="*/ 41402 h 258763"/>
                <a:gd name="connsiteX21" fmla="*/ 299177 w 328388"/>
                <a:gd name="connsiteY21" fmla="*/ 58222 h 258763"/>
                <a:gd name="connsiteX22" fmla="*/ 292705 w 328388"/>
                <a:gd name="connsiteY22" fmla="*/ 56928 h 258763"/>
                <a:gd name="connsiteX23" fmla="*/ 247400 w 328388"/>
                <a:gd name="connsiteY23" fmla="*/ 119031 h 258763"/>
                <a:gd name="connsiteX24" fmla="*/ 262933 w 328388"/>
                <a:gd name="connsiteY24" fmla="*/ 159139 h 258763"/>
                <a:gd name="connsiteX25" fmla="*/ 251284 w 328388"/>
                <a:gd name="connsiteY25" fmla="*/ 195366 h 258763"/>
                <a:gd name="connsiteX26" fmla="*/ 275878 w 328388"/>
                <a:gd name="connsiteY26" fmla="*/ 217361 h 258763"/>
                <a:gd name="connsiteX27" fmla="*/ 304355 w 328388"/>
                <a:gd name="connsiteY27" fmla="*/ 244531 h 258763"/>
                <a:gd name="connsiteX28" fmla="*/ 305649 w 328388"/>
                <a:gd name="connsiteY28" fmla="*/ 256176 h 258763"/>
                <a:gd name="connsiteX29" fmla="*/ 299177 w 328388"/>
                <a:gd name="connsiteY29" fmla="*/ 258763 h 258763"/>
                <a:gd name="connsiteX30" fmla="*/ 294000 w 328388"/>
                <a:gd name="connsiteY30" fmla="*/ 256176 h 258763"/>
                <a:gd name="connsiteX31" fmla="*/ 240928 w 328388"/>
                <a:gd name="connsiteY31" fmla="*/ 205717 h 258763"/>
                <a:gd name="connsiteX32" fmla="*/ 204684 w 328388"/>
                <a:gd name="connsiteY32" fmla="*/ 217361 h 258763"/>
                <a:gd name="connsiteX33" fmla="*/ 146435 w 328388"/>
                <a:gd name="connsiteY33" fmla="*/ 159139 h 258763"/>
                <a:gd name="connsiteX34" fmla="*/ 154201 w 328388"/>
                <a:gd name="connsiteY34" fmla="*/ 131969 h 258763"/>
                <a:gd name="connsiteX35" fmla="*/ 119252 w 328388"/>
                <a:gd name="connsiteY35" fmla="*/ 107387 h 258763"/>
                <a:gd name="connsiteX36" fmla="*/ 98541 w 328388"/>
                <a:gd name="connsiteY36" fmla="*/ 116443 h 258763"/>
                <a:gd name="connsiteX37" fmla="*/ 85597 w 328388"/>
                <a:gd name="connsiteY37" fmla="*/ 113856 h 258763"/>
                <a:gd name="connsiteX38" fmla="*/ 49353 w 328388"/>
                <a:gd name="connsiteY38" fmla="*/ 160433 h 258763"/>
                <a:gd name="connsiteX39" fmla="*/ 54531 w 328388"/>
                <a:gd name="connsiteY39" fmla="*/ 194072 h 258763"/>
                <a:gd name="connsiteX40" fmla="*/ 28642 w 328388"/>
                <a:gd name="connsiteY40" fmla="*/ 209598 h 258763"/>
                <a:gd name="connsiteX41" fmla="*/ 15698 w 328388"/>
                <a:gd name="connsiteY41" fmla="*/ 207011 h 258763"/>
                <a:gd name="connsiteX42" fmla="*/ 2754 w 328388"/>
                <a:gd name="connsiteY42" fmla="*/ 168196 h 258763"/>
                <a:gd name="connsiteX43" fmla="*/ 28642 w 328388"/>
                <a:gd name="connsiteY43" fmla="*/ 151376 h 258763"/>
                <a:gd name="connsiteX44" fmla="*/ 36409 w 328388"/>
                <a:gd name="connsiteY44" fmla="*/ 152670 h 258763"/>
                <a:gd name="connsiteX45" fmla="*/ 73947 w 328388"/>
                <a:gd name="connsiteY45" fmla="*/ 103505 h 258763"/>
                <a:gd name="connsiteX46" fmla="*/ 72653 w 328388"/>
                <a:gd name="connsiteY46" fmla="*/ 75041 h 258763"/>
                <a:gd name="connsiteX47" fmla="*/ 98541 w 328388"/>
                <a:gd name="connsiteY47" fmla="*/ 58222 h 258763"/>
                <a:gd name="connsiteX48" fmla="*/ 111485 w 328388"/>
                <a:gd name="connsiteY48" fmla="*/ 62103 h 258763"/>
                <a:gd name="connsiteX49" fmla="*/ 125724 w 328388"/>
                <a:gd name="connsiteY49" fmla="*/ 94448 h 258763"/>
                <a:gd name="connsiteX50" fmla="*/ 163262 w 328388"/>
                <a:gd name="connsiteY50" fmla="*/ 119031 h 258763"/>
                <a:gd name="connsiteX51" fmla="*/ 204684 w 328388"/>
                <a:gd name="connsiteY51" fmla="*/ 100917 h 258763"/>
                <a:gd name="connsiteX52" fmla="*/ 234456 w 328388"/>
                <a:gd name="connsiteY52" fmla="*/ 109974 h 258763"/>
                <a:gd name="connsiteX53" fmla="*/ 279761 w 328388"/>
                <a:gd name="connsiteY53" fmla="*/ 49165 h 258763"/>
                <a:gd name="connsiteX54" fmla="*/ 273289 w 328388"/>
                <a:gd name="connsiteY54" fmla="*/ 15526 h 258763"/>
                <a:gd name="connsiteX55" fmla="*/ 299177 w 328388"/>
                <a:gd name="connsiteY55" fmla="*/ 0 h 25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28388" h="258762">
                  <a:moveTo>
                    <a:pt x="238459" y="133350"/>
                  </a:moveTo>
                  <a:cubicBezTo>
                    <a:pt x="238459" y="133350"/>
                    <a:pt x="238459" y="133350"/>
                    <a:pt x="229503" y="144992"/>
                  </a:cubicBezTo>
                  <a:cubicBezTo>
                    <a:pt x="232062" y="148872"/>
                    <a:pt x="234621" y="155340"/>
                    <a:pt x="234621" y="160514"/>
                  </a:cubicBezTo>
                  <a:cubicBezTo>
                    <a:pt x="234621" y="177330"/>
                    <a:pt x="221826" y="190265"/>
                    <a:pt x="205193" y="190265"/>
                  </a:cubicBezTo>
                  <a:cubicBezTo>
                    <a:pt x="189839" y="190265"/>
                    <a:pt x="177045" y="177330"/>
                    <a:pt x="177045" y="160514"/>
                  </a:cubicBezTo>
                  <a:cubicBezTo>
                    <a:pt x="177045" y="156633"/>
                    <a:pt x="178324" y="154046"/>
                    <a:pt x="178324" y="150166"/>
                  </a:cubicBezTo>
                  <a:cubicBezTo>
                    <a:pt x="178324" y="150166"/>
                    <a:pt x="178324" y="150166"/>
                    <a:pt x="166808" y="142405"/>
                  </a:cubicBezTo>
                  <a:cubicBezTo>
                    <a:pt x="164249" y="147579"/>
                    <a:pt x="162970" y="154046"/>
                    <a:pt x="162970" y="160514"/>
                  </a:cubicBezTo>
                  <a:cubicBezTo>
                    <a:pt x="162970" y="185091"/>
                    <a:pt x="182162" y="203200"/>
                    <a:pt x="205193" y="203200"/>
                  </a:cubicBezTo>
                  <a:cubicBezTo>
                    <a:pt x="229503" y="203200"/>
                    <a:pt x="248695" y="185091"/>
                    <a:pt x="248695" y="160514"/>
                  </a:cubicBezTo>
                  <a:cubicBezTo>
                    <a:pt x="248695" y="150166"/>
                    <a:pt x="244857" y="141111"/>
                    <a:pt x="238459" y="133350"/>
                  </a:cubicBezTo>
                  <a:close/>
                  <a:moveTo>
                    <a:pt x="205629" y="117475"/>
                  </a:moveTo>
                  <a:cubicBezTo>
                    <a:pt x="193906" y="117475"/>
                    <a:pt x="183486" y="122635"/>
                    <a:pt x="175670" y="129084"/>
                  </a:cubicBezTo>
                  <a:cubicBezTo>
                    <a:pt x="175670" y="129084"/>
                    <a:pt x="175670" y="129084"/>
                    <a:pt x="188696" y="138113"/>
                  </a:cubicBezTo>
                  <a:cubicBezTo>
                    <a:pt x="192604" y="134244"/>
                    <a:pt x="199116" y="131664"/>
                    <a:pt x="205629" y="131664"/>
                  </a:cubicBezTo>
                  <a:cubicBezTo>
                    <a:pt x="210839" y="131664"/>
                    <a:pt x="214747" y="132954"/>
                    <a:pt x="218655" y="134244"/>
                  </a:cubicBezTo>
                  <a:cubicBezTo>
                    <a:pt x="218655" y="134244"/>
                    <a:pt x="218655" y="134244"/>
                    <a:pt x="226470" y="122635"/>
                  </a:cubicBezTo>
                  <a:cubicBezTo>
                    <a:pt x="221260" y="120055"/>
                    <a:pt x="213445" y="117475"/>
                    <a:pt x="205629" y="117475"/>
                  </a:cubicBezTo>
                  <a:close/>
                  <a:moveTo>
                    <a:pt x="299177" y="0"/>
                  </a:moveTo>
                  <a:cubicBezTo>
                    <a:pt x="304355" y="0"/>
                    <a:pt x="308238" y="1294"/>
                    <a:pt x="312121" y="2588"/>
                  </a:cubicBezTo>
                  <a:cubicBezTo>
                    <a:pt x="326360" y="10350"/>
                    <a:pt x="332832" y="27170"/>
                    <a:pt x="325066" y="41402"/>
                  </a:cubicBezTo>
                  <a:cubicBezTo>
                    <a:pt x="321182" y="51752"/>
                    <a:pt x="310827" y="58222"/>
                    <a:pt x="299177" y="58222"/>
                  </a:cubicBezTo>
                  <a:cubicBezTo>
                    <a:pt x="297883" y="58222"/>
                    <a:pt x="295294" y="56928"/>
                    <a:pt x="292705" y="56928"/>
                  </a:cubicBezTo>
                  <a:cubicBezTo>
                    <a:pt x="292705" y="56928"/>
                    <a:pt x="292705" y="56928"/>
                    <a:pt x="247400" y="119031"/>
                  </a:cubicBezTo>
                  <a:cubicBezTo>
                    <a:pt x="257756" y="129382"/>
                    <a:pt x="262933" y="143614"/>
                    <a:pt x="262933" y="159139"/>
                  </a:cubicBezTo>
                  <a:cubicBezTo>
                    <a:pt x="262933" y="173371"/>
                    <a:pt x="259050" y="185016"/>
                    <a:pt x="251284" y="195366"/>
                  </a:cubicBezTo>
                  <a:cubicBezTo>
                    <a:pt x="251284" y="195366"/>
                    <a:pt x="251284" y="195366"/>
                    <a:pt x="275878" y="217361"/>
                  </a:cubicBezTo>
                  <a:cubicBezTo>
                    <a:pt x="275878" y="217361"/>
                    <a:pt x="275878" y="217361"/>
                    <a:pt x="304355" y="244531"/>
                  </a:cubicBezTo>
                  <a:cubicBezTo>
                    <a:pt x="308238" y="248413"/>
                    <a:pt x="308238" y="252294"/>
                    <a:pt x="305649" y="256176"/>
                  </a:cubicBezTo>
                  <a:cubicBezTo>
                    <a:pt x="304355" y="257469"/>
                    <a:pt x="301766" y="258763"/>
                    <a:pt x="299177" y="258763"/>
                  </a:cubicBezTo>
                  <a:cubicBezTo>
                    <a:pt x="297883" y="258763"/>
                    <a:pt x="296588" y="257469"/>
                    <a:pt x="294000" y="256176"/>
                  </a:cubicBezTo>
                  <a:cubicBezTo>
                    <a:pt x="294000" y="256176"/>
                    <a:pt x="294000" y="256176"/>
                    <a:pt x="240928" y="205717"/>
                  </a:cubicBezTo>
                  <a:cubicBezTo>
                    <a:pt x="230573" y="213480"/>
                    <a:pt x="218923" y="217361"/>
                    <a:pt x="204684" y="217361"/>
                  </a:cubicBezTo>
                  <a:cubicBezTo>
                    <a:pt x="172323" y="217361"/>
                    <a:pt x="146435" y="191485"/>
                    <a:pt x="146435" y="159139"/>
                  </a:cubicBezTo>
                  <a:cubicBezTo>
                    <a:pt x="146435" y="150083"/>
                    <a:pt x="149024" y="139732"/>
                    <a:pt x="154201" y="131969"/>
                  </a:cubicBezTo>
                  <a:cubicBezTo>
                    <a:pt x="154201" y="131969"/>
                    <a:pt x="154201" y="131969"/>
                    <a:pt x="119252" y="107387"/>
                  </a:cubicBezTo>
                  <a:cubicBezTo>
                    <a:pt x="114074" y="113856"/>
                    <a:pt x="106308" y="116443"/>
                    <a:pt x="98541" y="116443"/>
                  </a:cubicBezTo>
                  <a:cubicBezTo>
                    <a:pt x="93363" y="116443"/>
                    <a:pt x="89480" y="115149"/>
                    <a:pt x="85597" y="113856"/>
                  </a:cubicBezTo>
                  <a:cubicBezTo>
                    <a:pt x="85597" y="113856"/>
                    <a:pt x="85597" y="113856"/>
                    <a:pt x="49353" y="160433"/>
                  </a:cubicBezTo>
                  <a:cubicBezTo>
                    <a:pt x="58414" y="168196"/>
                    <a:pt x="61003" y="182428"/>
                    <a:pt x="54531" y="194072"/>
                  </a:cubicBezTo>
                  <a:cubicBezTo>
                    <a:pt x="50648" y="203129"/>
                    <a:pt x="40292" y="209598"/>
                    <a:pt x="28642" y="209598"/>
                  </a:cubicBezTo>
                  <a:cubicBezTo>
                    <a:pt x="24759" y="209598"/>
                    <a:pt x="20876" y="208304"/>
                    <a:pt x="15698" y="207011"/>
                  </a:cubicBezTo>
                  <a:cubicBezTo>
                    <a:pt x="1459" y="199248"/>
                    <a:pt x="-3718" y="182428"/>
                    <a:pt x="2754" y="168196"/>
                  </a:cubicBezTo>
                  <a:cubicBezTo>
                    <a:pt x="7932" y="157846"/>
                    <a:pt x="18287" y="151376"/>
                    <a:pt x="28642" y="151376"/>
                  </a:cubicBezTo>
                  <a:cubicBezTo>
                    <a:pt x="31231" y="151376"/>
                    <a:pt x="33820" y="152670"/>
                    <a:pt x="36409" y="152670"/>
                  </a:cubicBezTo>
                  <a:cubicBezTo>
                    <a:pt x="36409" y="152670"/>
                    <a:pt x="36409" y="152670"/>
                    <a:pt x="73947" y="103505"/>
                  </a:cubicBezTo>
                  <a:cubicBezTo>
                    <a:pt x="68769" y="95742"/>
                    <a:pt x="67475" y="84098"/>
                    <a:pt x="72653" y="75041"/>
                  </a:cubicBezTo>
                  <a:cubicBezTo>
                    <a:pt x="76536" y="64691"/>
                    <a:pt x="86891" y="58222"/>
                    <a:pt x="98541" y="58222"/>
                  </a:cubicBezTo>
                  <a:cubicBezTo>
                    <a:pt x="102424" y="58222"/>
                    <a:pt x="106308" y="59515"/>
                    <a:pt x="111485" y="62103"/>
                  </a:cubicBezTo>
                  <a:cubicBezTo>
                    <a:pt x="123135" y="67278"/>
                    <a:pt x="129607" y="81510"/>
                    <a:pt x="125724" y="94448"/>
                  </a:cubicBezTo>
                  <a:cubicBezTo>
                    <a:pt x="125724" y="94448"/>
                    <a:pt x="125724" y="94448"/>
                    <a:pt x="163262" y="119031"/>
                  </a:cubicBezTo>
                  <a:cubicBezTo>
                    <a:pt x="173618" y="108680"/>
                    <a:pt x="187857" y="100917"/>
                    <a:pt x="204684" y="100917"/>
                  </a:cubicBezTo>
                  <a:cubicBezTo>
                    <a:pt x="216334" y="100917"/>
                    <a:pt x="226690" y="104799"/>
                    <a:pt x="234456" y="109974"/>
                  </a:cubicBezTo>
                  <a:cubicBezTo>
                    <a:pt x="234456" y="109974"/>
                    <a:pt x="234456" y="109974"/>
                    <a:pt x="279761" y="49165"/>
                  </a:cubicBezTo>
                  <a:cubicBezTo>
                    <a:pt x="270700" y="41402"/>
                    <a:pt x="268111" y="27170"/>
                    <a:pt x="273289" y="15526"/>
                  </a:cubicBezTo>
                  <a:cubicBezTo>
                    <a:pt x="278466" y="6469"/>
                    <a:pt x="288822" y="0"/>
                    <a:pt x="29917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sz="13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pic>
        <p:nvPicPr>
          <p:cNvPr id="28" name="image8.png">
            <a:extLst>
              <a:ext uri="{FF2B5EF4-FFF2-40B4-BE49-F238E27FC236}">
                <a16:creationId xmlns:a16="http://schemas.microsoft.com/office/drawing/2014/main" id="{6A078B04-884A-9715-3BB3-9CE3A8F016AE}"/>
              </a:ext>
            </a:extLst>
          </p:cNvPr>
          <p:cNvPicPr/>
          <p:nvPr/>
        </p:nvPicPr>
        <p:blipFill>
          <a:blip r:embed="rId3"/>
          <a:srcRect t="21449" b="8012"/>
          <a:stretch>
            <a:fillRect/>
          </a:stretch>
        </p:blipFill>
        <p:spPr>
          <a:xfrm>
            <a:off x="-140933" y="4415826"/>
            <a:ext cx="3588152" cy="24703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statistics-on-laptop_82095">
            <a:extLst>
              <a:ext uri="{FF2B5EF4-FFF2-40B4-BE49-F238E27FC236}">
                <a16:creationId xmlns:a16="http://schemas.microsoft.com/office/drawing/2014/main" id="{A9C29B76-1351-444A-7294-942F35B35234}"/>
              </a:ext>
            </a:extLst>
          </p:cNvPr>
          <p:cNvSpPr>
            <a:spLocks noChangeAspect="1"/>
          </p:cNvSpPr>
          <p:nvPr/>
        </p:nvSpPr>
        <p:spPr bwMode="auto">
          <a:xfrm>
            <a:off x="11393991" y="6093549"/>
            <a:ext cx="798009" cy="645277"/>
          </a:xfrm>
          <a:custGeom>
            <a:avLst/>
            <a:gdLst>
              <a:gd name="connsiteX0" fmla="*/ 0 w 331788"/>
              <a:gd name="connsiteY0" fmla="*/ 255587 h 268287"/>
              <a:gd name="connsiteX1" fmla="*/ 331788 w 331788"/>
              <a:gd name="connsiteY1" fmla="*/ 255587 h 268287"/>
              <a:gd name="connsiteX2" fmla="*/ 331788 w 331788"/>
              <a:gd name="connsiteY2" fmla="*/ 268287 h 268287"/>
              <a:gd name="connsiteX3" fmla="*/ 0 w 331788"/>
              <a:gd name="connsiteY3" fmla="*/ 268287 h 268287"/>
              <a:gd name="connsiteX4" fmla="*/ 76201 w 331788"/>
              <a:gd name="connsiteY4" fmla="*/ 207962 h 268287"/>
              <a:gd name="connsiteX5" fmla="*/ 82551 w 331788"/>
              <a:gd name="connsiteY5" fmla="*/ 207962 h 268287"/>
              <a:gd name="connsiteX6" fmla="*/ 82551 w 331788"/>
              <a:gd name="connsiteY6" fmla="*/ 247650 h 268287"/>
              <a:gd name="connsiteX7" fmla="*/ 55563 w 331788"/>
              <a:gd name="connsiteY7" fmla="*/ 247650 h 268287"/>
              <a:gd name="connsiteX8" fmla="*/ 55563 w 331788"/>
              <a:gd name="connsiteY8" fmla="*/ 227012 h 268287"/>
              <a:gd name="connsiteX9" fmla="*/ 115888 w 331788"/>
              <a:gd name="connsiteY9" fmla="*/ 168275 h 268287"/>
              <a:gd name="connsiteX10" fmla="*/ 127168 w 331788"/>
              <a:gd name="connsiteY10" fmla="*/ 168275 h 268287"/>
              <a:gd name="connsiteX11" fmla="*/ 139701 w 331788"/>
              <a:gd name="connsiteY11" fmla="*/ 170835 h 268287"/>
              <a:gd name="connsiteX12" fmla="*/ 139701 w 331788"/>
              <a:gd name="connsiteY12" fmla="*/ 247650 h 268287"/>
              <a:gd name="connsiteX13" fmla="*/ 115888 w 331788"/>
              <a:gd name="connsiteY13" fmla="*/ 247650 h 268287"/>
              <a:gd name="connsiteX14" fmla="*/ 198438 w 331788"/>
              <a:gd name="connsiteY14" fmla="*/ 155575 h 268287"/>
              <a:gd name="connsiteX15" fmla="*/ 198438 w 331788"/>
              <a:gd name="connsiteY15" fmla="*/ 247650 h 268287"/>
              <a:gd name="connsiteX16" fmla="*/ 173038 w 331788"/>
              <a:gd name="connsiteY16" fmla="*/ 247650 h 268287"/>
              <a:gd name="connsiteX17" fmla="*/ 173038 w 331788"/>
              <a:gd name="connsiteY17" fmla="*/ 168363 h 268287"/>
              <a:gd name="connsiteX18" fmla="*/ 198438 w 331788"/>
              <a:gd name="connsiteY18" fmla="*/ 155575 h 268287"/>
              <a:gd name="connsiteX19" fmla="*/ 149226 w 331788"/>
              <a:gd name="connsiteY19" fmla="*/ 41376 h 268287"/>
              <a:gd name="connsiteX20" fmla="*/ 114947 w 331788"/>
              <a:gd name="connsiteY20" fmla="*/ 55968 h 268287"/>
              <a:gd name="connsiteX21" fmla="*/ 114947 w 331788"/>
              <a:gd name="connsiteY21" fmla="*/ 123418 h 268287"/>
              <a:gd name="connsiteX22" fmla="*/ 183504 w 331788"/>
              <a:gd name="connsiteY22" fmla="*/ 123418 h 268287"/>
              <a:gd name="connsiteX23" fmla="*/ 183504 w 331788"/>
              <a:gd name="connsiteY23" fmla="*/ 55968 h 268287"/>
              <a:gd name="connsiteX24" fmla="*/ 149226 w 331788"/>
              <a:gd name="connsiteY24" fmla="*/ 41376 h 268287"/>
              <a:gd name="connsiteX25" fmla="*/ 228600 w 331788"/>
              <a:gd name="connsiteY25" fmla="*/ 39687 h 268287"/>
              <a:gd name="connsiteX26" fmla="*/ 254000 w 331788"/>
              <a:gd name="connsiteY26" fmla="*/ 39687 h 268287"/>
              <a:gd name="connsiteX27" fmla="*/ 254000 w 331788"/>
              <a:gd name="connsiteY27" fmla="*/ 247650 h 268287"/>
              <a:gd name="connsiteX28" fmla="*/ 228600 w 331788"/>
              <a:gd name="connsiteY28" fmla="*/ 247650 h 268287"/>
              <a:gd name="connsiteX29" fmla="*/ 228600 w 331788"/>
              <a:gd name="connsiteY29" fmla="*/ 110730 h 268287"/>
              <a:gd name="connsiteX30" fmla="*/ 231140 w 331788"/>
              <a:gd name="connsiteY30" fmla="*/ 90063 h 268287"/>
              <a:gd name="connsiteX31" fmla="*/ 228600 w 331788"/>
              <a:gd name="connsiteY31" fmla="*/ 69396 h 268287"/>
              <a:gd name="connsiteX32" fmla="*/ 228600 w 331788"/>
              <a:gd name="connsiteY32" fmla="*/ 39687 h 268287"/>
              <a:gd name="connsiteX33" fmla="*/ 149707 w 331788"/>
              <a:gd name="connsiteY33" fmla="*/ 22312 h 268287"/>
              <a:gd name="connsiteX34" fmla="*/ 196764 w 331788"/>
              <a:gd name="connsiteY34" fmla="*/ 41623 h 268287"/>
              <a:gd name="connsiteX35" fmla="*/ 196764 w 331788"/>
              <a:gd name="connsiteY35" fmla="*/ 136893 h 268287"/>
              <a:gd name="connsiteX36" fmla="*/ 109096 w 331788"/>
              <a:gd name="connsiteY36" fmla="*/ 143330 h 268287"/>
              <a:gd name="connsiteX37" fmla="*/ 97492 w 331788"/>
              <a:gd name="connsiteY37" fmla="*/ 154917 h 268287"/>
              <a:gd name="connsiteX38" fmla="*/ 93625 w 331788"/>
              <a:gd name="connsiteY38" fmla="*/ 170366 h 268287"/>
              <a:gd name="connsiteX39" fmla="*/ 43344 w 331788"/>
              <a:gd name="connsiteY39" fmla="*/ 220576 h 268287"/>
              <a:gd name="connsiteX40" fmla="*/ 18848 w 331788"/>
              <a:gd name="connsiteY40" fmla="*/ 220576 h 268287"/>
              <a:gd name="connsiteX41" fmla="*/ 18848 w 331788"/>
              <a:gd name="connsiteY41" fmla="*/ 196115 h 268287"/>
              <a:gd name="connsiteX42" fmla="*/ 67840 w 331788"/>
              <a:gd name="connsiteY42" fmla="*/ 145905 h 268287"/>
              <a:gd name="connsiteX43" fmla="*/ 84600 w 331788"/>
              <a:gd name="connsiteY43" fmla="*/ 140755 h 268287"/>
              <a:gd name="connsiteX44" fmla="*/ 96203 w 331788"/>
              <a:gd name="connsiteY44" fmla="*/ 129168 h 268287"/>
              <a:gd name="connsiteX45" fmla="*/ 102649 w 331788"/>
              <a:gd name="connsiteY45" fmla="*/ 41623 h 268287"/>
              <a:gd name="connsiteX46" fmla="*/ 149707 w 331788"/>
              <a:gd name="connsiteY46" fmla="*/ 22312 h 268287"/>
              <a:gd name="connsiteX47" fmla="*/ 280988 w 331788"/>
              <a:gd name="connsiteY47" fmla="*/ 0 h 268287"/>
              <a:gd name="connsiteX48" fmla="*/ 306388 w 331788"/>
              <a:gd name="connsiteY48" fmla="*/ 0 h 268287"/>
              <a:gd name="connsiteX49" fmla="*/ 306388 w 331788"/>
              <a:gd name="connsiteY49" fmla="*/ 247650 h 268287"/>
              <a:gd name="connsiteX50" fmla="*/ 280988 w 331788"/>
              <a:gd name="connsiteY50" fmla="*/ 247650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1788" h="268287">
                <a:moveTo>
                  <a:pt x="0" y="255587"/>
                </a:moveTo>
                <a:lnTo>
                  <a:pt x="331788" y="255587"/>
                </a:lnTo>
                <a:lnTo>
                  <a:pt x="331788" y="268287"/>
                </a:lnTo>
                <a:lnTo>
                  <a:pt x="0" y="268287"/>
                </a:lnTo>
                <a:close/>
                <a:moveTo>
                  <a:pt x="76201" y="207962"/>
                </a:moveTo>
                <a:lnTo>
                  <a:pt x="82551" y="207962"/>
                </a:lnTo>
                <a:lnTo>
                  <a:pt x="82551" y="247650"/>
                </a:lnTo>
                <a:lnTo>
                  <a:pt x="55563" y="247650"/>
                </a:lnTo>
                <a:lnTo>
                  <a:pt x="55563" y="227012"/>
                </a:lnTo>
                <a:close/>
                <a:moveTo>
                  <a:pt x="115888" y="168275"/>
                </a:moveTo>
                <a:cubicBezTo>
                  <a:pt x="115888" y="168275"/>
                  <a:pt x="115888" y="168275"/>
                  <a:pt x="127168" y="168275"/>
                </a:cubicBezTo>
                <a:cubicBezTo>
                  <a:pt x="130928" y="169555"/>
                  <a:pt x="135941" y="170835"/>
                  <a:pt x="139701" y="170835"/>
                </a:cubicBezTo>
                <a:cubicBezTo>
                  <a:pt x="139701" y="170835"/>
                  <a:pt x="139701" y="170835"/>
                  <a:pt x="139701" y="247650"/>
                </a:cubicBezTo>
                <a:cubicBezTo>
                  <a:pt x="139701" y="247650"/>
                  <a:pt x="139701" y="247650"/>
                  <a:pt x="115888" y="247650"/>
                </a:cubicBezTo>
                <a:close/>
                <a:moveTo>
                  <a:pt x="198438" y="155575"/>
                </a:moveTo>
                <a:cubicBezTo>
                  <a:pt x="198438" y="155575"/>
                  <a:pt x="198438" y="155575"/>
                  <a:pt x="198438" y="247650"/>
                </a:cubicBezTo>
                <a:cubicBezTo>
                  <a:pt x="198438" y="247650"/>
                  <a:pt x="198438" y="247650"/>
                  <a:pt x="173038" y="247650"/>
                </a:cubicBezTo>
                <a:lnTo>
                  <a:pt x="173038" y="168363"/>
                </a:lnTo>
                <a:cubicBezTo>
                  <a:pt x="181928" y="165805"/>
                  <a:pt x="190818" y="161969"/>
                  <a:pt x="198438" y="155575"/>
                </a:cubicBezTo>
                <a:close/>
                <a:moveTo>
                  <a:pt x="149226" y="41376"/>
                </a:moveTo>
                <a:cubicBezTo>
                  <a:pt x="136937" y="41376"/>
                  <a:pt x="124649" y="46240"/>
                  <a:pt x="114947" y="55968"/>
                </a:cubicBezTo>
                <a:cubicBezTo>
                  <a:pt x="96838" y="74128"/>
                  <a:pt x="96838" y="105259"/>
                  <a:pt x="114947" y="123418"/>
                </a:cubicBezTo>
                <a:cubicBezTo>
                  <a:pt x="134350" y="142875"/>
                  <a:pt x="164101" y="142875"/>
                  <a:pt x="183504" y="123418"/>
                </a:cubicBezTo>
                <a:cubicBezTo>
                  <a:pt x="201613" y="105259"/>
                  <a:pt x="201613" y="74128"/>
                  <a:pt x="183504" y="55968"/>
                </a:cubicBezTo>
                <a:cubicBezTo>
                  <a:pt x="173803" y="46240"/>
                  <a:pt x="161514" y="41376"/>
                  <a:pt x="149226" y="41376"/>
                </a:cubicBezTo>
                <a:close/>
                <a:moveTo>
                  <a:pt x="228600" y="39687"/>
                </a:moveTo>
                <a:cubicBezTo>
                  <a:pt x="228600" y="39687"/>
                  <a:pt x="228600" y="39687"/>
                  <a:pt x="254000" y="39687"/>
                </a:cubicBezTo>
                <a:lnTo>
                  <a:pt x="254000" y="247650"/>
                </a:lnTo>
                <a:cubicBezTo>
                  <a:pt x="254000" y="247650"/>
                  <a:pt x="254000" y="247650"/>
                  <a:pt x="228600" y="247650"/>
                </a:cubicBezTo>
                <a:cubicBezTo>
                  <a:pt x="228600" y="247650"/>
                  <a:pt x="228600" y="247650"/>
                  <a:pt x="228600" y="110730"/>
                </a:cubicBezTo>
                <a:cubicBezTo>
                  <a:pt x="231140" y="104272"/>
                  <a:pt x="231140" y="96521"/>
                  <a:pt x="231140" y="90063"/>
                </a:cubicBezTo>
                <a:cubicBezTo>
                  <a:pt x="231140" y="83604"/>
                  <a:pt x="231140" y="75854"/>
                  <a:pt x="228600" y="69396"/>
                </a:cubicBezTo>
                <a:cubicBezTo>
                  <a:pt x="228600" y="69396"/>
                  <a:pt x="228600" y="69396"/>
                  <a:pt x="228600" y="39687"/>
                </a:cubicBezTo>
                <a:close/>
                <a:moveTo>
                  <a:pt x="149707" y="22312"/>
                </a:moveTo>
                <a:cubicBezTo>
                  <a:pt x="166789" y="22312"/>
                  <a:pt x="183872" y="28749"/>
                  <a:pt x="196764" y="41623"/>
                </a:cubicBezTo>
                <a:cubicBezTo>
                  <a:pt x="223838" y="68659"/>
                  <a:pt x="223838" y="111144"/>
                  <a:pt x="196764" y="136893"/>
                </a:cubicBezTo>
                <a:cubicBezTo>
                  <a:pt x="173558" y="161354"/>
                  <a:pt x="136170" y="162641"/>
                  <a:pt x="109096" y="143330"/>
                </a:cubicBezTo>
                <a:cubicBezTo>
                  <a:pt x="109096" y="143330"/>
                  <a:pt x="109096" y="143330"/>
                  <a:pt x="97492" y="154917"/>
                </a:cubicBezTo>
                <a:cubicBezTo>
                  <a:pt x="98782" y="160067"/>
                  <a:pt x="97492" y="166504"/>
                  <a:pt x="93625" y="170366"/>
                </a:cubicBezTo>
                <a:cubicBezTo>
                  <a:pt x="93625" y="170366"/>
                  <a:pt x="93625" y="170366"/>
                  <a:pt x="43344" y="220576"/>
                </a:cubicBezTo>
                <a:cubicBezTo>
                  <a:pt x="35608" y="227013"/>
                  <a:pt x="25295" y="227013"/>
                  <a:pt x="18848" y="220576"/>
                </a:cubicBezTo>
                <a:cubicBezTo>
                  <a:pt x="11113" y="214139"/>
                  <a:pt x="11113" y="202552"/>
                  <a:pt x="18848" y="196115"/>
                </a:cubicBezTo>
                <a:cubicBezTo>
                  <a:pt x="18848" y="196115"/>
                  <a:pt x="18848" y="196115"/>
                  <a:pt x="67840" y="145905"/>
                </a:cubicBezTo>
                <a:cubicBezTo>
                  <a:pt x="72997" y="142043"/>
                  <a:pt x="78154" y="140755"/>
                  <a:pt x="84600" y="140755"/>
                </a:cubicBezTo>
                <a:cubicBezTo>
                  <a:pt x="84600" y="140755"/>
                  <a:pt x="84600" y="140755"/>
                  <a:pt x="96203" y="129168"/>
                </a:cubicBezTo>
                <a:cubicBezTo>
                  <a:pt x="75575" y="103420"/>
                  <a:pt x="78154" y="66084"/>
                  <a:pt x="102649" y="41623"/>
                </a:cubicBezTo>
                <a:cubicBezTo>
                  <a:pt x="115542" y="28749"/>
                  <a:pt x="132624" y="22312"/>
                  <a:pt x="149707" y="22312"/>
                </a:cubicBezTo>
                <a:close/>
                <a:moveTo>
                  <a:pt x="280988" y="0"/>
                </a:moveTo>
                <a:lnTo>
                  <a:pt x="306388" y="0"/>
                </a:lnTo>
                <a:lnTo>
                  <a:pt x="306388" y="247650"/>
                </a:lnTo>
                <a:lnTo>
                  <a:pt x="280988" y="247650"/>
                </a:lnTo>
                <a:close/>
              </a:path>
            </a:pathLst>
          </a:custGeom>
          <a:solidFill>
            <a:srgbClr val="79BEF5"/>
          </a:solidFill>
          <a:ln>
            <a:noFill/>
          </a:ln>
        </p:spPr>
        <p:txBody>
          <a:bodyPr/>
          <a:lstStyle/>
          <a:p>
            <a:endParaRPr lang="zh-CN" altLang="en-US" sz="13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pic>
        <p:nvPicPr>
          <p:cNvPr id="5" name="图片 22">
            <a:extLst>
              <a:ext uri="{FF2B5EF4-FFF2-40B4-BE49-F238E27FC236}">
                <a16:creationId xmlns:a16="http://schemas.microsoft.com/office/drawing/2014/main" id="{1BD94091-A145-1D40-F989-3FFBE5D254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" r="35152"/>
          <a:stretch>
            <a:fillRect/>
          </a:stretch>
        </p:blipFill>
        <p:spPr>
          <a:xfrm flipH="1">
            <a:off x="12086445" y="-182921"/>
            <a:ext cx="1511590" cy="1365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07407E-6 L 0.36106 -0.29953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47" y="-1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21BB55-C421-604D-55F6-8E51130C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B7FD3142-A633-22A5-BE1B-9D191784F3FD}"/>
              </a:ext>
            </a:extLst>
          </p:cNvPr>
          <p:cNvSpPr/>
          <p:nvPr/>
        </p:nvSpPr>
        <p:spPr bwMode="auto">
          <a:xfrm>
            <a:off x="1938957" y="1156950"/>
            <a:ext cx="5503333" cy="2875844"/>
          </a:xfrm>
          <a:custGeom>
            <a:avLst/>
            <a:gdLst/>
            <a:ahLst/>
            <a:cxnLst>
              <a:cxn ang="0">
                <a:pos x="1558" y="337"/>
              </a:cxn>
              <a:cxn ang="0">
                <a:pos x="1221" y="0"/>
              </a:cxn>
              <a:cxn ang="0">
                <a:pos x="407" y="814"/>
              </a:cxn>
              <a:cxn ang="0">
                <a:pos x="0" y="407"/>
              </a:cxn>
              <a:cxn ang="0">
                <a:pos x="402" y="5"/>
              </a:cxn>
              <a:cxn ang="0">
                <a:pos x="734" y="337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rgbClr val="377F9A"/>
            </a:solidFill>
            <a:prstDash val="solid"/>
            <a:round/>
          </a:ln>
          <a:effectLst/>
        </p:spPr>
        <p:txBody>
          <a:bodyPr wrap="none"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200">
              <a:lnSpc>
                <a:spcPct val="150000"/>
              </a:lnSpc>
              <a:defRPr/>
            </a:pPr>
            <a:endParaRPr lang="zh-CN" altLang="en-US" sz="1735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3987639-2E6C-11C5-074C-89ED0A159D12}"/>
              </a:ext>
            </a:extLst>
          </p:cNvPr>
          <p:cNvGrpSpPr/>
          <p:nvPr/>
        </p:nvGrpSpPr>
        <p:grpSpPr>
          <a:xfrm>
            <a:off x="2383457" y="1535142"/>
            <a:ext cx="1952977" cy="1952977"/>
            <a:chOff x="738881" y="1859756"/>
            <a:chExt cx="1098550" cy="1098550"/>
          </a:xfrm>
          <a:solidFill>
            <a:srgbClr val="0FF3FF"/>
          </a:solidFill>
        </p:grpSpPr>
        <p:sp>
          <p:nvSpPr>
            <p:cNvPr id="9" name="任意多边形 58">
              <a:extLst>
                <a:ext uri="{FF2B5EF4-FFF2-40B4-BE49-F238E27FC236}">
                  <a16:creationId xmlns:a16="http://schemas.microsoft.com/office/drawing/2014/main" id="{00DA23B3-CC35-CD13-79C2-FD60C444DD7B}"/>
                </a:ext>
              </a:extLst>
            </p:cNvPr>
            <p:cNvSpPr/>
            <p:nvPr/>
          </p:nvSpPr>
          <p:spPr bwMode="auto">
            <a:xfrm>
              <a:off x="738881" y="1859756"/>
              <a:ext cx="1098550" cy="1098550"/>
            </a:xfrm>
            <a:custGeom>
              <a:avLst/>
              <a:gdLst>
                <a:gd name="T0" fmla="*/ 172032 w 1385360"/>
                <a:gd name="T1" fmla="*/ 0 h 1385360"/>
                <a:gd name="T2" fmla="*/ 344063 w 1385360"/>
                <a:gd name="T3" fmla="*/ 172032 h 1385360"/>
                <a:gd name="T4" fmla="*/ 172032 w 1385360"/>
                <a:gd name="T5" fmla="*/ 344063 h 1385360"/>
                <a:gd name="T6" fmla="*/ 0 w 1385360"/>
                <a:gd name="T7" fmla="*/ 172032 h 1385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5360"/>
                <a:gd name="T13" fmla="*/ 0 h 1385360"/>
                <a:gd name="T14" fmla="*/ 1385360 w 1385360"/>
                <a:gd name="T15" fmla="*/ 1385360 h 1385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lnTo>
                    <a:pt x="692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vi-VN" sz="2400" b="1" dirty="0"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vi-VN" sz="2400" b="1" dirty="0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Mục </a:t>
              </a:r>
              <a:r>
                <a:rPr lang="en-US" altLang="vi-VN" sz="2400" b="1" dirty="0" err="1"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tiêu</a:t>
              </a:r>
              <a:endParaRPr lang="zh-CN" altLang="en-US" sz="2400" b="1" dirty="0"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0" name="任意多边形 60">
              <a:extLst>
                <a:ext uri="{FF2B5EF4-FFF2-40B4-BE49-F238E27FC236}">
                  <a16:creationId xmlns:a16="http://schemas.microsoft.com/office/drawing/2014/main" id="{D66E7E87-1845-308B-1C83-33662F9D59C6}"/>
                </a:ext>
              </a:extLst>
            </p:cNvPr>
            <p:cNvSpPr/>
            <p:nvPr/>
          </p:nvSpPr>
          <p:spPr bwMode="auto">
            <a:xfrm>
              <a:off x="1181794" y="1948656"/>
              <a:ext cx="206375" cy="206375"/>
            </a:xfrm>
            <a:custGeom>
              <a:avLst/>
              <a:gdLst>
                <a:gd name="T0" fmla="*/ 31990 w 260920"/>
                <a:gd name="T1" fmla="*/ 0 h 260921"/>
                <a:gd name="T2" fmla="*/ 63980 w 260920"/>
                <a:gd name="T3" fmla="*/ 31990 h 260921"/>
                <a:gd name="T4" fmla="*/ 31990 w 260920"/>
                <a:gd name="T5" fmla="*/ 63979 h 260921"/>
                <a:gd name="T6" fmla="*/ 0 w 260920"/>
                <a:gd name="T7" fmla="*/ 31990 h 2609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920"/>
                <a:gd name="T13" fmla="*/ 0 h 260921"/>
                <a:gd name="T14" fmla="*/ 260920 w 260920"/>
                <a:gd name="T15" fmla="*/ 260921 h 2609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lnTo>
                    <a:pt x="130460" y="0"/>
                  </a:lnTo>
                  <a:close/>
                </a:path>
              </a:pathLst>
            </a:custGeom>
            <a:solidFill>
              <a:srgbClr val="37B8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 fontScale="50000" lnSpcReduction="20000"/>
            </a:bodyPr>
            <a:lstStyle/>
            <a:p>
              <a:pPr algn="ctr" defTabSz="1625600">
                <a:lnSpc>
                  <a:spcPct val="170000"/>
                </a:lnSpc>
              </a:pPr>
              <a:r>
                <a:rPr lang="vi-VN" altLang="vi-VN" sz="2535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1</a:t>
              </a:r>
              <a:endParaRPr lang="en-US" altLang="zh-CN" sz="2535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AC57A8E-A99C-7A03-7112-6D90040DB294}"/>
              </a:ext>
            </a:extLst>
          </p:cNvPr>
          <p:cNvGrpSpPr/>
          <p:nvPr/>
        </p:nvGrpSpPr>
        <p:grpSpPr>
          <a:xfrm>
            <a:off x="5262125" y="1554898"/>
            <a:ext cx="1950156" cy="1950156"/>
            <a:chOff x="2358131" y="1870868"/>
            <a:chExt cx="1096963" cy="1096963"/>
          </a:xfrm>
          <a:solidFill>
            <a:srgbClr val="377F9A"/>
          </a:solidFill>
        </p:grpSpPr>
        <p:sp>
          <p:nvSpPr>
            <p:cNvPr id="12" name="任意多边形 57">
              <a:extLst>
                <a:ext uri="{FF2B5EF4-FFF2-40B4-BE49-F238E27FC236}">
                  <a16:creationId xmlns:a16="http://schemas.microsoft.com/office/drawing/2014/main" id="{F28A007B-4DBD-7C11-33EE-A4B3086C9357}"/>
                </a:ext>
              </a:extLst>
            </p:cNvPr>
            <p:cNvSpPr/>
            <p:nvPr/>
          </p:nvSpPr>
          <p:spPr bwMode="auto">
            <a:xfrm>
              <a:off x="2358131" y="1870868"/>
              <a:ext cx="1096963" cy="1096963"/>
            </a:xfrm>
            <a:custGeom>
              <a:avLst/>
              <a:gdLst>
                <a:gd name="T0" fmla="*/ 170793 w 1385360"/>
                <a:gd name="T1" fmla="*/ 0 h 1385360"/>
                <a:gd name="T2" fmla="*/ 341585 w 1385360"/>
                <a:gd name="T3" fmla="*/ 170792 h 1385360"/>
                <a:gd name="T4" fmla="*/ 170793 w 1385360"/>
                <a:gd name="T5" fmla="*/ 341585 h 1385360"/>
                <a:gd name="T6" fmla="*/ 0 w 1385360"/>
                <a:gd name="T7" fmla="*/ 170793 h 1385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5360"/>
                <a:gd name="T13" fmla="*/ 0 h 1385360"/>
                <a:gd name="T14" fmla="*/ 1385360 w 1385360"/>
                <a:gd name="T15" fmla="*/ 1385360 h 1385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lnTo>
                    <a:pt x="692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>
              <a:normAutofit/>
            </a:bodyPr>
            <a:lstStyle/>
            <a:p>
              <a:pPr algn="ctr" defTabSz="1625600">
                <a:lnSpc>
                  <a:spcPct val="150000"/>
                </a:lnSpc>
              </a:pPr>
              <a:endParaRPr lang="en-US" altLang="vi-V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endParaRPr>
            </a:p>
            <a:p>
              <a:pPr algn="ctr" defTabSz="1625600">
                <a:lnSpc>
                  <a:spcPct val="150000"/>
                </a:lnSpc>
              </a:pPr>
              <a:r>
                <a:rPr lang="en-US" altLang="vi-V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Rating</a:t>
              </a:r>
              <a:endParaRPr 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3" name="任意多边形 61">
              <a:extLst>
                <a:ext uri="{FF2B5EF4-FFF2-40B4-BE49-F238E27FC236}">
                  <a16:creationId xmlns:a16="http://schemas.microsoft.com/office/drawing/2014/main" id="{89BEFC07-938C-BEF4-E625-C7FF30E1D35E}"/>
                </a:ext>
              </a:extLst>
            </p:cNvPr>
            <p:cNvSpPr/>
            <p:nvPr/>
          </p:nvSpPr>
          <p:spPr bwMode="auto">
            <a:xfrm>
              <a:off x="2804219" y="1958181"/>
              <a:ext cx="206375" cy="206375"/>
            </a:xfrm>
            <a:custGeom>
              <a:avLst/>
              <a:gdLst>
                <a:gd name="T0" fmla="*/ 31990 w 260920"/>
                <a:gd name="T1" fmla="*/ 0 h 260921"/>
                <a:gd name="T2" fmla="*/ 63980 w 260920"/>
                <a:gd name="T3" fmla="*/ 31990 h 260921"/>
                <a:gd name="T4" fmla="*/ 31990 w 260920"/>
                <a:gd name="T5" fmla="*/ 63979 h 260921"/>
                <a:gd name="T6" fmla="*/ 0 w 260920"/>
                <a:gd name="T7" fmla="*/ 31990 h 2609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920"/>
                <a:gd name="T13" fmla="*/ 0 h 260921"/>
                <a:gd name="T14" fmla="*/ 260920 w 260920"/>
                <a:gd name="T15" fmla="*/ 260921 h 2609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lnTo>
                    <a:pt x="130460" y="0"/>
                  </a:lnTo>
                  <a:close/>
                </a:path>
              </a:pathLst>
            </a:custGeom>
            <a:solidFill>
              <a:srgbClr val="0F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 fontScale="50000" lnSpcReduction="20000"/>
            </a:bodyPr>
            <a:lstStyle/>
            <a:p>
              <a:pPr algn="ctr" defTabSz="1625600">
                <a:lnSpc>
                  <a:spcPct val="170000"/>
                </a:lnSpc>
              </a:pPr>
              <a:r>
                <a:rPr lang="vi-VN" altLang="vi-VN" sz="2535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2</a:t>
              </a:r>
              <a:endParaRPr lang="en-US" altLang="zh-CN" sz="2535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49D10BC-FD48-3372-D7EB-298D227BBB1F}"/>
              </a:ext>
            </a:extLst>
          </p:cNvPr>
          <p:cNvGrpSpPr/>
          <p:nvPr/>
        </p:nvGrpSpPr>
        <p:grpSpPr>
          <a:xfrm>
            <a:off x="8157725" y="1554898"/>
            <a:ext cx="1950156" cy="1950156"/>
            <a:chOff x="3986906" y="1870868"/>
            <a:chExt cx="1096963" cy="1096963"/>
          </a:xfrm>
          <a:solidFill>
            <a:srgbClr val="0FF3FF"/>
          </a:solidFill>
        </p:grpSpPr>
        <p:sp>
          <p:nvSpPr>
            <p:cNvPr id="15" name="任意多边形 56">
              <a:extLst>
                <a:ext uri="{FF2B5EF4-FFF2-40B4-BE49-F238E27FC236}">
                  <a16:creationId xmlns:a16="http://schemas.microsoft.com/office/drawing/2014/main" id="{51D740C6-2468-B90A-6414-0A4F001A262E}"/>
                </a:ext>
              </a:extLst>
            </p:cNvPr>
            <p:cNvSpPr/>
            <p:nvPr/>
          </p:nvSpPr>
          <p:spPr bwMode="auto">
            <a:xfrm>
              <a:off x="3986906" y="1870868"/>
              <a:ext cx="1096963" cy="1096963"/>
            </a:xfrm>
            <a:custGeom>
              <a:avLst/>
              <a:gdLst>
                <a:gd name="T0" fmla="*/ 170793 w 1385360"/>
                <a:gd name="T1" fmla="*/ 0 h 1385360"/>
                <a:gd name="T2" fmla="*/ 341585 w 1385360"/>
                <a:gd name="T3" fmla="*/ 170792 h 1385360"/>
                <a:gd name="T4" fmla="*/ 170793 w 1385360"/>
                <a:gd name="T5" fmla="*/ 341585 h 1385360"/>
                <a:gd name="T6" fmla="*/ 0 w 1385360"/>
                <a:gd name="T7" fmla="*/ 170793 h 13853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5360"/>
                <a:gd name="T13" fmla="*/ 0 h 1385360"/>
                <a:gd name="T14" fmla="*/ 1385360 w 1385360"/>
                <a:gd name="T15" fmla="*/ 1385360 h 13853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lnTo>
                    <a:pt x="692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>
              <a:normAutofit/>
            </a:bodyPr>
            <a:lstStyle/>
            <a:p>
              <a:pPr algn="ctr" defTabSz="1625600">
                <a:lnSpc>
                  <a:spcPct val="150000"/>
                </a:lnSpc>
              </a:pP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  <a:sym typeface="+mn-lt"/>
                </a:rPr>
                <a:t>Textual</a:t>
              </a:r>
              <a:endParaRPr lang="zh-CN" altLang="en-US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  <p:sp>
          <p:nvSpPr>
            <p:cNvPr id="16" name="任意多边形 62">
              <a:extLst>
                <a:ext uri="{FF2B5EF4-FFF2-40B4-BE49-F238E27FC236}">
                  <a16:creationId xmlns:a16="http://schemas.microsoft.com/office/drawing/2014/main" id="{FCE80BF5-5224-5124-D1DC-CCDA848853B2}"/>
                </a:ext>
              </a:extLst>
            </p:cNvPr>
            <p:cNvSpPr/>
            <p:nvPr/>
          </p:nvSpPr>
          <p:spPr bwMode="auto">
            <a:xfrm>
              <a:off x="4428231" y="1958181"/>
              <a:ext cx="206375" cy="206375"/>
            </a:xfrm>
            <a:custGeom>
              <a:avLst/>
              <a:gdLst>
                <a:gd name="T0" fmla="*/ 31990 w 260920"/>
                <a:gd name="T1" fmla="*/ 0 h 260921"/>
                <a:gd name="T2" fmla="*/ 63980 w 260920"/>
                <a:gd name="T3" fmla="*/ 31990 h 260921"/>
                <a:gd name="T4" fmla="*/ 31990 w 260920"/>
                <a:gd name="T5" fmla="*/ 63979 h 260921"/>
                <a:gd name="T6" fmla="*/ 0 w 260920"/>
                <a:gd name="T7" fmla="*/ 31990 h 2609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920"/>
                <a:gd name="T13" fmla="*/ 0 h 260921"/>
                <a:gd name="T14" fmla="*/ 260920 w 260920"/>
                <a:gd name="T15" fmla="*/ 260921 h 2609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lnTo>
                    <a:pt x="130460" y="0"/>
                  </a:lnTo>
                  <a:close/>
                </a:path>
              </a:pathLst>
            </a:custGeom>
            <a:solidFill>
              <a:srgbClr val="4FA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rmAutofit fontScale="50000" lnSpcReduction="20000"/>
            </a:bodyPr>
            <a:lstStyle/>
            <a:p>
              <a:pPr algn="ctr" defTabSz="1625600">
                <a:lnSpc>
                  <a:spcPct val="170000"/>
                </a:lnSpc>
              </a:pPr>
              <a:r>
                <a:rPr lang="vi-VN" altLang="vi-VN" sz="2535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</a:rPr>
                <a:t>3</a:t>
              </a:r>
              <a:endParaRPr lang="en-US" altLang="zh-CN" sz="2535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</a:endParaRPr>
            </a:p>
          </p:txBody>
        </p:sp>
      </p:grpSp>
      <p:sp>
        <p:nvSpPr>
          <p:cNvPr id="17" name="任意多边形 63">
            <a:extLst>
              <a:ext uri="{FF2B5EF4-FFF2-40B4-BE49-F238E27FC236}">
                <a16:creationId xmlns:a16="http://schemas.microsoft.com/office/drawing/2014/main" id="{43D323E7-2159-61D5-D544-F924C9959E9A}"/>
              </a:ext>
            </a:extLst>
          </p:cNvPr>
          <p:cNvSpPr/>
          <p:nvPr/>
        </p:nvSpPr>
        <p:spPr bwMode="auto">
          <a:xfrm>
            <a:off x="5044813" y="1083588"/>
            <a:ext cx="5280377" cy="2892777"/>
          </a:xfrm>
          <a:custGeom>
            <a:avLst/>
            <a:gdLst>
              <a:gd name="T0" fmla="*/ 0 w 3751060"/>
              <a:gd name="T1" fmla="*/ 295680 h 2054225"/>
              <a:gd name="T2" fmla="*/ 209032 w 3751060"/>
              <a:gd name="T3" fmla="*/ 507441 h 2054225"/>
              <a:gd name="T4" fmla="*/ 713995 w 3751060"/>
              <a:gd name="T5" fmla="*/ 0 h 2054225"/>
              <a:gd name="T6" fmla="*/ 924934 w 3751060"/>
              <a:gd name="T7" fmla="*/ 213642 h 20542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1060" h="2054225">
                <a:moveTo>
                  <a:pt x="0" y="1196975"/>
                </a:moveTo>
                <a:cubicBezTo>
                  <a:pt x="339725" y="1536700"/>
                  <a:pt x="508000" y="1714500"/>
                  <a:pt x="847725" y="2054225"/>
                </a:cubicBezTo>
                <a:lnTo>
                  <a:pt x="2895600" y="0"/>
                </a:lnTo>
                <a:lnTo>
                  <a:pt x="3751060" y="864864"/>
                </a:lnTo>
              </a:path>
            </a:pathLst>
          </a:custGeom>
          <a:noFill/>
          <a:ln w="25400" cap="flat" cmpd="sng" algn="ctr">
            <a:solidFill>
              <a:srgbClr val="0FF3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62552" tIns="81276" rIns="162552" bIns="81276" anchor="ctr"/>
          <a:lstStyle/>
          <a:p>
            <a:pPr defTabSz="1625600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36" name="文本框 3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<a:extLst>
              <a:ext uri="{FF2B5EF4-FFF2-40B4-BE49-F238E27FC236}">
                <a16:creationId xmlns:a16="http://schemas.microsoft.com/office/drawing/2014/main" id="{05F392B8-4B82-F212-9938-96C5D67AB894}"/>
              </a:ext>
            </a:extLst>
          </p:cNvPr>
          <p:cNvSpPr txBox="1"/>
          <p:nvPr/>
        </p:nvSpPr>
        <p:spPr>
          <a:xfrm>
            <a:off x="4469531" y="248584"/>
            <a:ext cx="3688193" cy="518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Trích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xuất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đặc</a:t>
            </a:r>
            <a:r>
              <a:rPr lang="en-US" altLang="vi-VN" sz="2800" b="1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800" b="1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trưng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4CB693B-7C5C-3B73-84F3-EE1F52E0E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90" y="-241055"/>
            <a:ext cx="2994873" cy="14974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CDEF36-DA41-68A8-F116-72D039B12161}"/>
              </a:ext>
            </a:extLst>
          </p:cNvPr>
          <p:cNvSpPr txBox="1"/>
          <p:nvPr/>
        </p:nvSpPr>
        <p:spPr>
          <a:xfrm>
            <a:off x="1169248" y="4266828"/>
            <a:ext cx="3125615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Chuyển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đổi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dữ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liệu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thô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(text, rating)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thành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định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dạng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số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mà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mô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hình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học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máy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có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thể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xử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lý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8B69B5-CDF5-59C3-BA05-96B79BC36B96}"/>
              </a:ext>
            </a:extLst>
          </p:cNvPr>
          <p:cNvSpPr txBox="1"/>
          <p:nvPr/>
        </p:nvSpPr>
        <p:spPr>
          <a:xfrm>
            <a:off x="3642215" y="4206936"/>
            <a:ext cx="3764993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Giá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trị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nguyên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(1-5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sao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được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giữ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nguyên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đưa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trực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tiếp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vào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mô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hình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Đảm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bảo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phân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phối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tương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đồng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giữa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OR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và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CG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để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tránh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thiên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lệch</a:t>
            </a: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1E2A0B-2CB0-5130-09D5-A734342A4A8F}"/>
              </a:ext>
            </a:extLst>
          </p:cNvPr>
          <p:cNvSpPr txBox="1"/>
          <p:nvPr/>
        </p:nvSpPr>
        <p:spPr>
          <a:xfrm>
            <a:off x="6767830" y="3883771"/>
            <a:ext cx="5394084" cy="232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Bag-of-Words (</a:t>
            </a:r>
            <a:r>
              <a:rPr lang="en-US" sz="1400" b="1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BoW</a:t>
            </a:r>
            <a:r>
              <a:rPr lang="en-US" sz="1400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):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1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Xây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dựng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ma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trận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tần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suất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xuất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hiện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từ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r>
              <a:rPr lang="en-US" sz="11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Dùng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CountVectorizer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tạo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vector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từ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văn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bản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đã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xử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lý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1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TF-IDF: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Tính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trọng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số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TF-IDF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trên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ma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trận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BoW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r>
              <a:rPr lang="en-US" sz="11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Giảm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vai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trò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từ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phổ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biến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,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tăng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trọng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số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từ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đặc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trưng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1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Quy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trình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được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tổ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chức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thành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pipeline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để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liền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 </a:t>
            </a:r>
            <a:r>
              <a:rPr lang="en-US" sz="1400" dirty="0" err="1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mạch</a:t>
            </a:r>
            <a:r>
              <a:rPr 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Microsoft YaHei UI Light" panose="020B0502040204020203" pitchFamily="34" charset="-122"/>
                <a:cs typeface="#9Slide03 Arima Madurai" panose="00000500000000000000" pitchFamily="2" charset="0"/>
              </a:rPr>
              <a:t>.</a:t>
            </a:r>
            <a:endParaRPr lang="en-US" sz="1100" dirty="0">
              <a:solidFill>
                <a:srgbClr val="0FF3FF"/>
              </a:solidFill>
              <a:latin typeface="#9Slide03 Arima Madurai" panose="00000500000000000000" pitchFamily="2" charset="0"/>
              <a:ea typeface="Microsoft YaHei UI Light" panose="020B0502040204020203" pitchFamily="34" charset="-122"/>
              <a:cs typeface="#9Slide03 Arima Madurai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585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5" grpId="0"/>
      <p:bldP spid="39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897"/>
          <p:cNvSpPr>
            <a:spLocks noChangeAspect="1"/>
          </p:cNvSpPr>
          <p:nvPr/>
        </p:nvSpPr>
        <p:spPr>
          <a:xfrm>
            <a:off x="2361340" y="1824290"/>
            <a:ext cx="482400" cy="50400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377F9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endParaRPr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8" name="Shape 897"/>
          <p:cNvSpPr>
            <a:spLocks noChangeAspect="1"/>
          </p:cNvSpPr>
          <p:nvPr/>
        </p:nvSpPr>
        <p:spPr>
          <a:xfrm>
            <a:off x="5155081" y="1824290"/>
            <a:ext cx="482400" cy="50400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377F9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endParaRPr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9" name="Shape 897"/>
          <p:cNvSpPr>
            <a:spLocks noChangeAspect="1"/>
          </p:cNvSpPr>
          <p:nvPr/>
        </p:nvSpPr>
        <p:spPr>
          <a:xfrm>
            <a:off x="2306781" y="4156002"/>
            <a:ext cx="482400" cy="50400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0FF3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endParaRPr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0" name="Shape 897"/>
          <p:cNvSpPr>
            <a:spLocks noChangeAspect="1"/>
          </p:cNvSpPr>
          <p:nvPr/>
        </p:nvSpPr>
        <p:spPr>
          <a:xfrm>
            <a:off x="5155081" y="4156002"/>
            <a:ext cx="482400" cy="50400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0FF3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endParaRPr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" r="35152"/>
          <a:stretch>
            <a:fillRect/>
          </a:stretch>
        </p:blipFill>
        <p:spPr>
          <a:xfrm flipH="1">
            <a:off x="6955397" y="850001"/>
            <a:ext cx="6209748" cy="5607917"/>
          </a:xfrm>
          <a:prstGeom prst="rect">
            <a:avLst/>
          </a:prstGeom>
        </p:spPr>
      </p:pic>
      <p:sp>
        <p:nvSpPr>
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<p:cNvSpPr txBox="1"/>
          <p:nvPr/>
        </p:nvSpPr>
        <p:spPr>
          <a:xfrm>
            <a:off x="3671618" y="311514"/>
            <a:ext cx="5632218" cy="9363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Chuẩn</a:t>
            </a:r>
            <a:r>
              <a:rPr lang="en-US" altLang="vi-V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bị</a:t>
            </a:r>
            <a:r>
              <a:rPr lang="en-US" altLang="vi-V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dữ</a:t>
            </a:r>
            <a:r>
              <a:rPr lang="en-US" altLang="vi-V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liệu</a:t>
            </a:r>
            <a:r>
              <a:rPr lang="en-US" altLang="vi-V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huấn</a:t>
            </a:r>
            <a:r>
              <a:rPr lang="en-US" altLang="vi-V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luyện</a:t>
            </a:r>
            <a:r>
              <a:rPr lang="en-US" altLang="vi-V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, </a:t>
            </a: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kiểm</a:t>
            </a:r>
            <a:r>
              <a:rPr lang="en-US" altLang="vi-V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thử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128706"/>
            <a:ext cx="1808205" cy="904103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121233" y="2488707"/>
            <a:ext cx="2855884" cy="1739778"/>
            <a:chOff x="7523108" y="2957444"/>
            <a:chExt cx="2856765" cy="1740317"/>
          </a:xfrm>
        </p:grpSpPr>
        <p:sp>
          <p:nvSpPr>
            <p:cNvPr id="29" name="矩形 28"/>
            <p:cNvSpPr/>
            <p:nvPr/>
          </p:nvSpPr>
          <p:spPr>
            <a:xfrm>
              <a:off x="7622689" y="2957444"/>
              <a:ext cx="2757184" cy="586891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Mục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tiêu</a:t>
              </a:r>
              <a:endPara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523108" y="3468879"/>
              <a:ext cx="2601178" cy="1228882"/>
            </a:xfrm>
            <a:prstGeom prst="rect">
              <a:avLst/>
            </a:prstGeom>
            <a:noFill/>
          </p:spPr>
          <p:txBody>
            <a:bodyPr wrap="square" rtlCol="0">
              <a:normAutofit fontScale="77500" lnSpcReduction="20000"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70000"/>
                </a:lnSpc>
              </a:pP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So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sánh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hiệu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suất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của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6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thuật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toán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phân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loại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trên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cùng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bộ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đặc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trưng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(rating </a:t>
              </a:r>
              <a:r>
                <a:rPr lang="en-US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</a:t>
              </a:r>
              <a:r>
                <a:rPr lang="en-US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TF-IDF)</a:t>
              </a:r>
              <a:endParaRPr lang="zh-CN" altLang="en-US" sz="1200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186089" y="2445733"/>
            <a:ext cx="2600376" cy="1531957"/>
            <a:chOff x="7433891" y="2915092"/>
            <a:chExt cx="2601178" cy="1532431"/>
          </a:xfrm>
        </p:grpSpPr>
        <p:sp>
          <p:nvSpPr>
            <p:cNvPr id="25" name="矩形 24"/>
            <p:cNvSpPr/>
            <p:nvPr/>
          </p:nvSpPr>
          <p:spPr>
            <a:xfrm>
              <a:off x="7433891" y="2915092"/>
              <a:ext cx="2601178" cy="629927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Đặc</a:t>
              </a:r>
              <a:r>
                <a:rPr lang="en-US" altLang="zh-C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trưng</a:t>
              </a:r>
              <a:r>
                <a:rPr lang="en-US" altLang="zh-C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đầu</a:t>
              </a:r>
              <a:r>
                <a:rPr lang="en-US" altLang="zh-C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vào</a:t>
              </a:r>
              <a:endPara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523108" y="3551083"/>
              <a:ext cx="2422746" cy="896440"/>
            </a:xfrm>
            <a:prstGeom prst="rect">
              <a:avLst/>
            </a:prstGeom>
            <a:noFill/>
          </p:spPr>
          <p:txBody>
            <a:bodyPr wrap="square" rtlCol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60000"/>
                </a:lnSpc>
              </a:pP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Kết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hợp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TF-IDF (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giới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hạn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5000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đặc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trưng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và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rating</a:t>
              </a:r>
              <a:r>
                <a:rPr lang="vi-VN" altLang="vi-VN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endParaRPr lang="zh-CN" alt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298764" y="4690600"/>
            <a:ext cx="2600372" cy="1767318"/>
            <a:chOff x="7676930" y="2653171"/>
            <a:chExt cx="2601173" cy="1767867"/>
          </a:xfrm>
        </p:grpSpPr>
        <p:sp>
          <p:nvSpPr>
            <p:cNvPr id="31" name="矩形 30"/>
            <p:cNvSpPr/>
            <p:nvPr/>
          </p:nvSpPr>
          <p:spPr>
            <a:xfrm>
              <a:off x="7736470" y="2653171"/>
              <a:ext cx="2387809" cy="779263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70000"/>
                </a:lnSpc>
              </a:pP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Nguyên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tắc</a:t>
              </a:r>
              <a:endPara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676930" y="3192156"/>
              <a:ext cx="2601173" cy="1228882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70000"/>
                </a:lnSpc>
              </a:pP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Phân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tầng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: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Giữ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nguyên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tỷ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lệ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OR:CG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trong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train, test</a:t>
              </a:r>
            </a:p>
            <a:p>
              <a:pPr>
                <a:lnSpc>
                  <a:spcPct val="17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Fixed Random State: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Đảm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bảo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khả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năng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tái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lập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kết</a:t>
              </a:r>
              <a:r>
                <a:rPr lang="en-US" altLang="zh-C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zh-C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quả</a:t>
              </a: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157256" y="4690602"/>
            <a:ext cx="3745635" cy="1883795"/>
            <a:chOff x="7579728" y="2429942"/>
            <a:chExt cx="3746790" cy="1884378"/>
          </a:xfrm>
        </p:grpSpPr>
        <p:sp>
          <p:nvSpPr>
            <p:cNvPr id="34" name="矩形 33"/>
            <p:cNvSpPr/>
            <p:nvPr/>
          </p:nvSpPr>
          <p:spPr>
            <a:xfrm>
              <a:off x="7579728" y="2429942"/>
              <a:ext cx="2540804" cy="699768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70000"/>
                </a:lnSpc>
              </a:pP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Chia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tách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dữ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liệu</a:t>
              </a:r>
              <a:endPara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865448" y="3085440"/>
              <a:ext cx="3461070" cy="1228880"/>
            </a:xfrm>
            <a:prstGeom prst="rect">
              <a:avLst/>
            </a:prstGeom>
            <a:noFill/>
          </p:spPr>
          <p:txBody>
            <a:bodyPr wrap="square" rtlCol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60000"/>
                </a:lnSpc>
              </a:pP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Training set: 80% (32.000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đánh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giá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)</a:t>
              </a:r>
            </a:p>
            <a:p>
              <a:pPr>
                <a:lnSpc>
                  <a:spcPct val="160000"/>
                </a:lnSpc>
              </a:pP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Testing set: 20% (8.000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đánh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giá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)</a:t>
              </a:r>
            </a:p>
            <a:p>
              <a:pPr>
                <a:lnSpc>
                  <a:spcPct val="160000"/>
                </a:lnSpc>
              </a:pP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569" y="0"/>
            <a:ext cx="13744938" cy="6872469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853849" y="2648925"/>
            <a:ext cx="6291581" cy="1350010"/>
            <a:chOff x="7864" y="1993"/>
            <a:chExt cx="9908" cy="2126"/>
          </a:xfrm>
        </p:grpSpPr>
        <p:sp>
          <p:nvSpPr>
            <p:cNvPr id="6" name="文本框 5"/>
            <p:cNvSpPr txBox="1"/>
            <p:nvPr/>
          </p:nvSpPr>
          <p:spPr>
            <a:xfrm>
              <a:off x="8638" y="1993"/>
              <a:ext cx="3062" cy="1598"/>
            </a:xfrm>
            <a:prstGeom prst="rect">
              <a:avLst/>
            </a:prstGeom>
            <a:noFill/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vi-VN" altLang="vi-VN" dirty="0">
                  <a:latin typeface="Anton" pitchFamily="2" charset="0"/>
                  <a:ea typeface="Noto Sans"/>
                  <a:cs typeface="#9Slide03 Arima Madurai" panose="00000500000000000000" pitchFamily="2" charset="0"/>
                  <a:sym typeface="iekie jianheiti" panose="02000000000000000000" pitchFamily="2" charset="-128"/>
                </a:rPr>
                <a:t>04</a:t>
              </a:r>
              <a:endParaRPr lang="en-US" altLang="zh-CN" dirty="0">
                <a:latin typeface="Anton" pitchFamily="2" charset="0"/>
                <a:cs typeface="#9Slide03 Arima Madurai" panose="00000500000000000000" pitchFamily="2" charset="0"/>
                <a:sym typeface="iekie jianheiti" panose="02000000000000000000" pitchFamily="2" charset="-128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864" y="2240"/>
              <a:ext cx="9908" cy="1104"/>
            </a:xfrm>
            <a:prstGeom prst="rect">
              <a:avLst/>
            </a:prstGeom>
            <a:noFill/>
          </p:spPr>
          <p:txBody>
            <a:bodyPr wrap="square">
              <a:normAutofit lnSpcReduction="10000"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vi-VN" sz="44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Kết</a:t>
              </a:r>
              <a:r>
                <a:rPr lang="en-US" altLang="vi-VN" sz="4400" dirty="0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4400" dirty="0" err="1">
                  <a:solidFill>
                    <a:srgbClr val="0FF3FF"/>
                  </a:solidFill>
                  <a:latin typeface="Anton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quả</a:t>
              </a:r>
              <a:endParaRPr lang="zh-CN" altLang="en-US" sz="4400" dirty="0">
                <a:solidFill>
                  <a:srgbClr val="0FF3FF"/>
                </a:solidFill>
                <a:latin typeface="Anton" pitchFamily="2" charset="0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353" y="3591"/>
              <a:ext cx="9419" cy="528"/>
            </a:xfrm>
            <a:prstGeom prst="rect">
              <a:avLst/>
            </a:prstGeom>
            <a:noFill/>
          </p:spPr>
          <p:txBody>
            <a:bodyPr wrap="square">
              <a:normAutofit fontScale="25000" lnSpcReduction="20000"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lvl="0" algn="ctr" defTabSz="68580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sz="6000" b="0" kern="0">
                  <a:ln w="18415" cmpd="sng">
                    <a:noFill/>
                    <a:prstDash val="solid"/>
                  </a:ln>
                  <a:gradFill>
                    <a:gsLst>
                      <a:gs pos="0">
                        <a:srgbClr val="07F4FF"/>
                      </a:gs>
                      <a:gs pos="100000">
                        <a:srgbClr val="3882D7"/>
                      </a:gs>
                    </a:gsLst>
                    <a:lin ang="16200000" scaled="1"/>
                  </a:gradFill>
                  <a:effectLst>
                    <a:outerShdw blurRad="266700" algn="tl" rotWithShape="0">
                      <a:srgbClr val="001D36">
                        <a:alpha val="55000"/>
                      </a:srgbClr>
                    </a:outerShdw>
                  </a:effectLst>
                  <a:latin typeface="字魂70号-灵悦黑体" panose="00000500000000000000" pitchFamily="2" charset="-122"/>
                  <a:ea typeface="字魂70号-灵悦黑体" panose="00000500000000000000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>
                  <a:effectLst/>
                  <a:cs typeface="#9Slide03 Arima Madurai" panose="00000500000000000000" pitchFamily="2" charset="0"/>
                </a:rPr>
                <a:t>So </a:t>
              </a:r>
              <a:r>
                <a:rPr lang="en-US" dirty="0" err="1">
                  <a:effectLst/>
                  <a:cs typeface="#9Slide03 Arima Madurai" panose="00000500000000000000" pitchFamily="2" charset="0"/>
                </a:rPr>
                <a:t>sánh</a:t>
              </a:r>
              <a:r>
                <a:rPr lang="en-US" dirty="0">
                  <a:effectLst/>
                  <a:cs typeface="#9Slide03 Arima Madurai" panose="00000500000000000000" pitchFamily="2" charset="0"/>
                </a:rPr>
                <a:t> Hiệu </a:t>
              </a:r>
              <a:r>
                <a:rPr lang="en-US" dirty="0" err="1">
                  <a:effectLst/>
                  <a:cs typeface="#9Slide03 Arima Madurai" panose="00000500000000000000" pitchFamily="2" charset="0"/>
                </a:rPr>
                <a:t>suất</a:t>
              </a:r>
              <a:r>
                <a:rPr lang="en-US" dirty="0">
                  <a:effectLst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cs typeface="#9Slide03 Arima Madurai" panose="00000500000000000000" pitchFamily="2" charset="0"/>
                </a:rPr>
                <a:t>Thuật</a:t>
              </a:r>
              <a:r>
                <a:rPr lang="en-US" dirty="0">
                  <a:effectLst/>
                  <a:cs typeface="#9Slide03 Arima Madurai" panose="00000500000000000000" pitchFamily="2" charset="0"/>
                </a:rPr>
                <a:t> </a:t>
              </a:r>
              <a:r>
                <a:rPr lang="en-US" dirty="0" err="1">
                  <a:effectLst/>
                  <a:cs typeface="#9Slide03 Arima Madurai" panose="00000500000000000000" pitchFamily="2" charset="0"/>
                </a:rPr>
                <a:t>toán</a:t>
              </a:r>
              <a:endParaRPr lang="zh-CN" altLang="en-US" sz="1600" dirty="0">
                <a:solidFill>
                  <a:schemeClr val="bg1"/>
                </a:solidFill>
                <a:latin typeface="#9Slide03 Arima Madurai" panose="00000500000000000000" pitchFamily="2" charset="0"/>
                <a:cs typeface="#9Slide03 Arima Madurai" panose="00000500000000000000" pitchFamily="2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127115" y="4589145"/>
            <a:ext cx="1003300" cy="992505"/>
            <a:chOff x="4305571" y="3574858"/>
            <a:chExt cx="890588" cy="881062"/>
          </a:xfrm>
          <a:solidFill>
            <a:srgbClr val="377F9A"/>
          </a:solidFill>
        </p:grpSpPr>
        <p:sp>
          <p:nvSpPr>
            <p:cNvPr id="10" name="Freeform 15"/>
            <p:cNvSpPr>
              <a:spLocks noEditPoints="1"/>
            </p:cNvSpPr>
            <p:nvPr/>
          </p:nvSpPr>
          <p:spPr bwMode="auto">
            <a:xfrm>
              <a:off x="4305571" y="3574858"/>
              <a:ext cx="890588" cy="881062"/>
            </a:xfrm>
            <a:custGeom>
              <a:avLst/>
              <a:gdLst>
                <a:gd name="T0" fmla="*/ 54 w 95"/>
                <a:gd name="T1" fmla="*/ 94 h 94"/>
                <a:gd name="T2" fmla="*/ 56 w 95"/>
                <a:gd name="T3" fmla="*/ 81 h 94"/>
                <a:gd name="T4" fmla="*/ 66 w 95"/>
                <a:gd name="T5" fmla="*/ 78 h 94"/>
                <a:gd name="T6" fmla="*/ 76 w 95"/>
                <a:gd name="T7" fmla="*/ 85 h 94"/>
                <a:gd name="T8" fmla="*/ 86 w 95"/>
                <a:gd name="T9" fmla="*/ 75 h 94"/>
                <a:gd name="T10" fmla="*/ 78 w 95"/>
                <a:gd name="T11" fmla="*/ 65 h 94"/>
                <a:gd name="T12" fmla="*/ 82 w 95"/>
                <a:gd name="T13" fmla="*/ 56 h 94"/>
                <a:gd name="T14" fmla="*/ 95 w 95"/>
                <a:gd name="T15" fmla="*/ 54 h 94"/>
                <a:gd name="T16" fmla="*/ 95 w 95"/>
                <a:gd name="T17" fmla="*/ 40 h 94"/>
                <a:gd name="T18" fmla="*/ 82 w 95"/>
                <a:gd name="T19" fmla="*/ 38 h 94"/>
                <a:gd name="T20" fmla="*/ 82 w 95"/>
                <a:gd name="T21" fmla="*/ 37 h 94"/>
                <a:gd name="T22" fmla="*/ 82 w 95"/>
                <a:gd name="T23" fmla="*/ 37 h 94"/>
                <a:gd name="T24" fmla="*/ 80 w 95"/>
                <a:gd name="T25" fmla="*/ 33 h 94"/>
                <a:gd name="T26" fmla="*/ 80 w 95"/>
                <a:gd name="T27" fmla="*/ 31 h 94"/>
                <a:gd name="T28" fmla="*/ 80 w 95"/>
                <a:gd name="T29" fmla="*/ 31 h 94"/>
                <a:gd name="T30" fmla="*/ 78 w 95"/>
                <a:gd name="T31" fmla="*/ 29 h 94"/>
                <a:gd name="T32" fmla="*/ 86 w 95"/>
                <a:gd name="T33" fmla="*/ 18 h 94"/>
                <a:gd name="T34" fmla="*/ 76 w 95"/>
                <a:gd name="T35" fmla="*/ 9 h 94"/>
                <a:gd name="T36" fmla="*/ 66 w 95"/>
                <a:gd name="T37" fmla="*/ 16 h 94"/>
                <a:gd name="T38" fmla="*/ 56 w 95"/>
                <a:gd name="T39" fmla="*/ 12 h 94"/>
                <a:gd name="T40" fmla="*/ 54 w 95"/>
                <a:gd name="T41" fmla="*/ 0 h 94"/>
                <a:gd name="T42" fmla="*/ 41 w 95"/>
                <a:gd name="T43" fmla="*/ 0 h 94"/>
                <a:gd name="T44" fmla="*/ 38 w 95"/>
                <a:gd name="T45" fmla="*/ 12 h 94"/>
                <a:gd name="T46" fmla="*/ 29 w 95"/>
                <a:gd name="T47" fmla="*/ 16 h 94"/>
                <a:gd name="T48" fmla="*/ 19 w 95"/>
                <a:gd name="T49" fmla="*/ 9 h 94"/>
                <a:gd name="T50" fmla="*/ 9 w 95"/>
                <a:gd name="T51" fmla="*/ 18 h 94"/>
                <a:gd name="T52" fmla="*/ 17 w 95"/>
                <a:gd name="T53" fmla="*/ 29 h 94"/>
                <a:gd name="T54" fmla="*/ 13 w 95"/>
                <a:gd name="T55" fmla="*/ 38 h 94"/>
                <a:gd name="T56" fmla="*/ 0 w 95"/>
                <a:gd name="T57" fmla="*/ 40 h 94"/>
                <a:gd name="T58" fmla="*/ 0 w 95"/>
                <a:gd name="T59" fmla="*/ 54 h 94"/>
                <a:gd name="T60" fmla="*/ 13 w 95"/>
                <a:gd name="T61" fmla="*/ 56 h 94"/>
                <a:gd name="T62" fmla="*/ 16 w 95"/>
                <a:gd name="T63" fmla="*/ 65 h 94"/>
                <a:gd name="T64" fmla="*/ 9 w 95"/>
                <a:gd name="T65" fmla="*/ 75 h 94"/>
                <a:gd name="T66" fmla="*/ 19 w 95"/>
                <a:gd name="T67" fmla="*/ 85 h 94"/>
                <a:gd name="T68" fmla="*/ 29 w 95"/>
                <a:gd name="T69" fmla="*/ 78 h 94"/>
                <a:gd name="T70" fmla="*/ 38 w 95"/>
                <a:gd name="T71" fmla="*/ 82 h 94"/>
                <a:gd name="T72" fmla="*/ 41 w 95"/>
                <a:gd name="T73" fmla="*/ 94 h 94"/>
                <a:gd name="T74" fmla="*/ 54 w 95"/>
                <a:gd name="T75" fmla="*/ 94 h 94"/>
                <a:gd name="T76" fmla="*/ 72 w 95"/>
                <a:gd name="T77" fmla="*/ 43 h 94"/>
                <a:gd name="T78" fmla="*/ 51 w 95"/>
                <a:gd name="T79" fmla="*/ 72 h 94"/>
                <a:gd name="T80" fmla="*/ 22 w 95"/>
                <a:gd name="T81" fmla="*/ 50 h 94"/>
                <a:gd name="T82" fmla="*/ 44 w 95"/>
                <a:gd name="T83" fmla="*/ 22 h 94"/>
                <a:gd name="T84" fmla="*/ 56 w 95"/>
                <a:gd name="T85" fmla="*/ 23 h 94"/>
                <a:gd name="T86" fmla="*/ 56 w 95"/>
                <a:gd name="T87" fmla="*/ 23 h 94"/>
                <a:gd name="T88" fmla="*/ 65 w 95"/>
                <a:gd name="T89" fmla="*/ 29 h 94"/>
                <a:gd name="T90" fmla="*/ 69 w 95"/>
                <a:gd name="T91" fmla="*/ 34 h 94"/>
                <a:gd name="T92" fmla="*/ 72 w 95"/>
                <a:gd name="T93" fmla="*/ 4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5" h="94">
                  <a:moveTo>
                    <a:pt x="54" y="94"/>
                  </a:moveTo>
                  <a:cubicBezTo>
                    <a:pt x="56" y="81"/>
                    <a:pt x="56" y="81"/>
                    <a:pt x="56" y="81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86" y="75"/>
                    <a:pt x="86" y="75"/>
                    <a:pt x="86" y="75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95" y="54"/>
                    <a:pt x="95" y="54"/>
                    <a:pt x="95" y="54"/>
                  </a:cubicBezTo>
                  <a:cubicBezTo>
                    <a:pt x="95" y="40"/>
                    <a:pt x="95" y="40"/>
                    <a:pt x="95" y="40"/>
                  </a:cubicBezTo>
                  <a:cubicBezTo>
                    <a:pt x="82" y="38"/>
                    <a:pt x="82" y="38"/>
                    <a:pt x="82" y="38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78" y="29"/>
                    <a:pt x="78" y="29"/>
                    <a:pt x="78" y="29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38" y="82"/>
                    <a:pt x="38" y="82"/>
                    <a:pt x="38" y="82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54" y="94"/>
                    <a:pt x="54" y="94"/>
                    <a:pt x="54" y="94"/>
                  </a:cubicBezTo>
                  <a:close/>
                  <a:moveTo>
                    <a:pt x="72" y="43"/>
                  </a:moveTo>
                  <a:cubicBezTo>
                    <a:pt x="74" y="57"/>
                    <a:pt x="65" y="70"/>
                    <a:pt x="51" y="72"/>
                  </a:cubicBezTo>
                  <a:cubicBezTo>
                    <a:pt x="37" y="74"/>
                    <a:pt x="24" y="64"/>
                    <a:pt x="22" y="50"/>
                  </a:cubicBezTo>
                  <a:cubicBezTo>
                    <a:pt x="21" y="36"/>
                    <a:pt x="30" y="24"/>
                    <a:pt x="44" y="22"/>
                  </a:cubicBezTo>
                  <a:cubicBezTo>
                    <a:pt x="48" y="21"/>
                    <a:pt x="52" y="22"/>
                    <a:pt x="56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9" y="24"/>
                    <a:pt x="63" y="26"/>
                    <a:pt x="65" y="29"/>
                  </a:cubicBezTo>
                  <a:cubicBezTo>
                    <a:pt x="67" y="30"/>
                    <a:pt x="68" y="32"/>
                    <a:pt x="69" y="34"/>
                  </a:cubicBezTo>
                  <a:cubicBezTo>
                    <a:pt x="71" y="37"/>
                    <a:pt x="72" y="40"/>
                    <a:pt x="72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1" name="Freeform 16"/>
            <p:cNvSpPr>
              <a:spLocks noEditPoints="1"/>
            </p:cNvSpPr>
            <p:nvPr/>
          </p:nvSpPr>
          <p:spPr bwMode="auto">
            <a:xfrm>
              <a:off x="4605608" y="3836795"/>
              <a:ext cx="290513" cy="328612"/>
            </a:xfrm>
            <a:custGeom>
              <a:avLst/>
              <a:gdLst>
                <a:gd name="T0" fmla="*/ 15 w 31"/>
                <a:gd name="T1" fmla="*/ 0 h 35"/>
                <a:gd name="T2" fmla="*/ 24 w 31"/>
                <a:gd name="T3" fmla="*/ 8 h 35"/>
                <a:gd name="T4" fmla="*/ 15 w 31"/>
                <a:gd name="T5" fmla="*/ 17 h 35"/>
                <a:gd name="T6" fmla="*/ 7 w 31"/>
                <a:gd name="T7" fmla="*/ 8 h 35"/>
                <a:gd name="T8" fmla="*/ 15 w 31"/>
                <a:gd name="T9" fmla="*/ 0 h 35"/>
                <a:gd name="T10" fmla="*/ 6 w 31"/>
                <a:gd name="T11" fmla="*/ 19 h 35"/>
                <a:gd name="T12" fmla="*/ 10 w 31"/>
                <a:gd name="T13" fmla="*/ 19 h 35"/>
                <a:gd name="T14" fmla="*/ 14 w 31"/>
                <a:gd name="T15" fmla="*/ 24 h 35"/>
                <a:gd name="T16" fmla="*/ 17 w 31"/>
                <a:gd name="T17" fmla="*/ 24 h 35"/>
                <a:gd name="T18" fmla="*/ 21 w 31"/>
                <a:gd name="T19" fmla="*/ 19 h 35"/>
                <a:gd name="T20" fmla="*/ 24 w 31"/>
                <a:gd name="T21" fmla="*/ 19 h 35"/>
                <a:gd name="T22" fmla="*/ 31 w 31"/>
                <a:gd name="T23" fmla="*/ 25 h 35"/>
                <a:gd name="T24" fmla="*/ 31 w 31"/>
                <a:gd name="T25" fmla="*/ 35 h 35"/>
                <a:gd name="T26" fmla="*/ 0 w 31"/>
                <a:gd name="T27" fmla="*/ 35 h 35"/>
                <a:gd name="T28" fmla="*/ 0 w 31"/>
                <a:gd name="T29" fmla="*/ 25 h 35"/>
                <a:gd name="T30" fmla="*/ 6 w 31"/>
                <a:gd name="T31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35">
                  <a:moveTo>
                    <a:pt x="15" y="0"/>
                  </a:moveTo>
                  <a:cubicBezTo>
                    <a:pt x="20" y="0"/>
                    <a:pt x="24" y="4"/>
                    <a:pt x="24" y="8"/>
                  </a:cubicBezTo>
                  <a:cubicBezTo>
                    <a:pt x="24" y="13"/>
                    <a:pt x="20" y="17"/>
                    <a:pt x="15" y="17"/>
                  </a:cubicBezTo>
                  <a:cubicBezTo>
                    <a:pt x="11" y="17"/>
                    <a:pt x="7" y="13"/>
                    <a:pt x="7" y="8"/>
                  </a:cubicBezTo>
                  <a:cubicBezTo>
                    <a:pt x="7" y="4"/>
                    <a:pt x="11" y="0"/>
                    <a:pt x="15" y="0"/>
                  </a:cubicBezTo>
                  <a:close/>
                  <a:moveTo>
                    <a:pt x="6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6"/>
                    <a:pt x="16" y="26"/>
                    <a:pt x="17" y="24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8" y="19"/>
                    <a:pt x="31" y="21"/>
                    <a:pt x="31" y="2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26" y="35"/>
                    <a:pt x="5" y="35"/>
                    <a:pt x="0" y="3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1"/>
                    <a:pt x="3" y="19"/>
                    <a:pt x="6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127115" y="2327275"/>
            <a:ext cx="992505" cy="1005205"/>
            <a:chOff x="4305571" y="1566670"/>
            <a:chExt cx="881063" cy="892175"/>
          </a:xfrm>
          <a:solidFill>
            <a:srgbClr val="377F9A"/>
          </a:solidFill>
        </p:grpSpPr>
        <p:sp>
          <p:nvSpPr>
            <p:cNvPr id="13" name="Freeform 17"/>
            <p:cNvSpPr>
              <a:spLocks noEditPoints="1"/>
            </p:cNvSpPr>
            <p:nvPr/>
          </p:nvSpPr>
          <p:spPr bwMode="auto">
            <a:xfrm>
              <a:off x="4305571" y="1566670"/>
              <a:ext cx="881063" cy="892175"/>
            </a:xfrm>
            <a:custGeom>
              <a:avLst/>
              <a:gdLst>
                <a:gd name="T0" fmla="*/ 54 w 94"/>
                <a:gd name="T1" fmla="*/ 95 h 95"/>
                <a:gd name="T2" fmla="*/ 56 w 94"/>
                <a:gd name="T3" fmla="*/ 82 h 95"/>
                <a:gd name="T4" fmla="*/ 65 w 94"/>
                <a:gd name="T5" fmla="*/ 78 h 95"/>
                <a:gd name="T6" fmla="*/ 75 w 94"/>
                <a:gd name="T7" fmla="*/ 86 h 95"/>
                <a:gd name="T8" fmla="*/ 85 w 94"/>
                <a:gd name="T9" fmla="*/ 76 h 95"/>
                <a:gd name="T10" fmla="*/ 78 w 94"/>
                <a:gd name="T11" fmla="*/ 66 h 95"/>
                <a:gd name="T12" fmla="*/ 82 w 94"/>
                <a:gd name="T13" fmla="*/ 56 h 95"/>
                <a:gd name="T14" fmla="*/ 94 w 94"/>
                <a:gd name="T15" fmla="*/ 54 h 95"/>
                <a:gd name="T16" fmla="*/ 94 w 94"/>
                <a:gd name="T17" fmla="*/ 41 h 95"/>
                <a:gd name="T18" fmla="*/ 82 w 94"/>
                <a:gd name="T19" fmla="*/ 38 h 95"/>
                <a:gd name="T20" fmla="*/ 81 w 94"/>
                <a:gd name="T21" fmla="*/ 37 h 95"/>
                <a:gd name="T22" fmla="*/ 81 w 94"/>
                <a:gd name="T23" fmla="*/ 37 h 95"/>
                <a:gd name="T24" fmla="*/ 80 w 94"/>
                <a:gd name="T25" fmla="*/ 34 h 95"/>
                <a:gd name="T26" fmla="*/ 79 w 94"/>
                <a:gd name="T27" fmla="*/ 32 h 95"/>
                <a:gd name="T28" fmla="*/ 79 w 94"/>
                <a:gd name="T29" fmla="*/ 32 h 95"/>
                <a:gd name="T30" fmla="*/ 78 w 94"/>
                <a:gd name="T31" fmla="*/ 29 h 95"/>
                <a:gd name="T32" fmla="*/ 85 w 94"/>
                <a:gd name="T33" fmla="*/ 19 h 95"/>
                <a:gd name="T34" fmla="*/ 75 w 94"/>
                <a:gd name="T35" fmla="*/ 9 h 95"/>
                <a:gd name="T36" fmla="*/ 65 w 94"/>
                <a:gd name="T37" fmla="*/ 16 h 95"/>
                <a:gd name="T38" fmla="*/ 56 w 94"/>
                <a:gd name="T39" fmla="*/ 13 h 95"/>
                <a:gd name="T40" fmla="*/ 54 w 94"/>
                <a:gd name="T41" fmla="*/ 0 h 95"/>
                <a:gd name="T42" fmla="*/ 40 w 94"/>
                <a:gd name="T43" fmla="*/ 0 h 95"/>
                <a:gd name="T44" fmla="*/ 38 w 94"/>
                <a:gd name="T45" fmla="*/ 13 h 95"/>
                <a:gd name="T46" fmla="*/ 29 w 94"/>
                <a:gd name="T47" fmla="*/ 16 h 95"/>
                <a:gd name="T48" fmla="*/ 18 w 94"/>
                <a:gd name="T49" fmla="*/ 9 h 95"/>
                <a:gd name="T50" fmla="*/ 9 w 94"/>
                <a:gd name="T51" fmla="*/ 19 h 95"/>
                <a:gd name="T52" fmla="*/ 16 w 94"/>
                <a:gd name="T53" fmla="*/ 29 h 95"/>
                <a:gd name="T54" fmla="*/ 12 w 94"/>
                <a:gd name="T55" fmla="*/ 38 h 95"/>
                <a:gd name="T56" fmla="*/ 0 w 94"/>
                <a:gd name="T57" fmla="*/ 41 h 95"/>
                <a:gd name="T58" fmla="*/ 0 w 94"/>
                <a:gd name="T59" fmla="*/ 54 h 95"/>
                <a:gd name="T60" fmla="*/ 12 w 94"/>
                <a:gd name="T61" fmla="*/ 56 h 95"/>
                <a:gd name="T62" fmla="*/ 16 w 94"/>
                <a:gd name="T63" fmla="*/ 66 h 95"/>
                <a:gd name="T64" fmla="*/ 9 w 94"/>
                <a:gd name="T65" fmla="*/ 76 h 95"/>
                <a:gd name="T66" fmla="*/ 18 w 94"/>
                <a:gd name="T67" fmla="*/ 86 h 95"/>
                <a:gd name="T68" fmla="*/ 29 w 94"/>
                <a:gd name="T69" fmla="*/ 78 h 95"/>
                <a:gd name="T70" fmla="*/ 38 w 94"/>
                <a:gd name="T71" fmla="*/ 82 h 95"/>
                <a:gd name="T72" fmla="*/ 40 w 94"/>
                <a:gd name="T73" fmla="*/ 95 h 95"/>
                <a:gd name="T74" fmla="*/ 54 w 94"/>
                <a:gd name="T75" fmla="*/ 95 h 95"/>
                <a:gd name="T76" fmla="*/ 72 w 94"/>
                <a:gd name="T77" fmla="*/ 44 h 95"/>
                <a:gd name="T78" fmla="*/ 50 w 94"/>
                <a:gd name="T79" fmla="*/ 72 h 95"/>
                <a:gd name="T80" fmla="*/ 22 w 94"/>
                <a:gd name="T81" fmla="*/ 51 h 95"/>
                <a:gd name="T82" fmla="*/ 44 w 94"/>
                <a:gd name="T83" fmla="*/ 22 h 95"/>
                <a:gd name="T84" fmla="*/ 55 w 94"/>
                <a:gd name="T85" fmla="*/ 24 h 95"/>
                <a:gd name="T86" fmla="*/ 55 w 94"/>
                <a:gd name="T87" fmla="*/ 24 h 95"/>
                <a:gd name="T88" fmla="*/ 65 w 94"/>
                <a:gd name="T89" fmla="*/ 30 h 95"/>
                <a:gd name="T90" fmla="*/ 69 w 94"/>
                <a:gd name="T91" fmla="*/ 35 h 95"/>
                <a:gd name="T92" fmla="*/ 72 w 94"/>
                <a:gd name="T93" fmla="*/ 4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4" h="95">
                  <a:moveTo>
                    <a:pt x="54" y="95"/>
                  </a:moveTo>
                  <a:cubicBezTo>
                    <a:pt x="56" y="82"/>
                    <a:pt x="56" y="82"/>
                    <a:pt x="56" y="82"/>
                  </a:cubicBezTo>
                  <a:cubicBezTo>
                    <a:pt x="65" y="78"/>
                    <a:pt x="65" y="78"/>
                    <a:pt x="65" y="78"/>
                  </a:cubicBezTo>
                  <a:cubicBezTo>
                    <a:pt x="75" y="86"/>
                    <a:pt x="75" y="86"/>
                    <a:pt x="75" y="86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82" y="38"/>
                    <a:pt x="82" y="38"/>
                    <a:pt x="82" y="38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80" y="34"/>
                    <a:pt x="80" y="34"/>
                    <a:pt x="80" y="34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9" y="32"/>
                    <a:pt x="79" y="32"/>
                    <a:pt x="79" y="32"/>
                  </a:cubicBezTo>
                  <a:cubicBezTo>
                    <a:pt x="78" y="29"/>
                    <a:pt x="78" y="29"/>
                    <a:pt x="78" y="29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38" y="82"/>
                    <a:pt x="38" y="82"/>
                    <a:pt x="38" y="82"/>
                  </a:cubicBezTo>
                  <a:cubicBezTo>
                    <a:pt x="40" y="95"/>
                    <a:pt x="40" y="95"/>
                    <a:pt x="40" y="95"/>
                  </a:cubicBezTo>
                  <a:cubicBezTo>
                    <a:pt x="54" y="95"/>
                    <a:pt x="54" y="95"/>
                    <a:pt x="54" y="95"/>
                  </a:cubicBezTo>
                  <a:close/>
                  <a:moveTo>
                    <a:pt x="72" y="44"/>
                  </a:moveTo>
                  <a:cubicBezTo>
                    <a:pt x="74" y="58"/>
                    <a:pt x="64" y="71"/>
                    <a:pt x="50" y="72"/>
                  </a:cubicBezTo>
                  <a:cubicBezTo>
                    <a:pt x="37" y="74"/>
                    <a:pt x="24" y="65"/>
                    <a:pt x="22" y="51"/>
                  </a:cubicBezTo>
                  <a:cubicBezTo>
                    <a:pt x="20" y="37"/>
                    <a:pt x="30" y="24"/>
                    <a:pt x="44" y="22"/>
                  </a:cubicBezTo>
                  <a:cubicBezTo>
                    <a:pt x="48" y="22"/>
                    <a:pt x="52" y="22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9" y="25"/>
                    <a:pt x="62" y="27"/>
                    <a:pt x="65" y="30"/>
                  </a:cubicBezTo>
                  <a:cubicBezTo>
                    <a:pt x="66" y="31"/>
                    <a:pt x="68" y="33"/>
                    <a:pt x="69" y="35"/>
                  </a:cubicBezTo>
                  <a:cubicBezTo>
                    <a:pt x="70" y="38"/>
                    <a:pt x="72" y="41"/>
                    <a:pt x="72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4" name="Freeform 18"/>
            <p:cNvSpPr>
              <a:spLocks noEditPoints="1"/>
            </p:cNvSpPr>
            <p:nvPr/>
          </p:nvSpPr>
          <p:spPr bwMode="auto">
            <a:xfrm>
              <a:off x="4605608" y="1839720"/>
              <a:ext cx="280988" cy="327025"/>
            </a:xfrm>
            <a:custGeom>
              <a:avLst/>
              <a:gdLst>
                <a:gd name="T0" fmla="*/ 15 w 30"/>
                <a:gd name="T1" fmla="*/ 0 h 35"/>
                <a:gd name="T2" fmla="*/ 23 w 30"/>
                <a:gd name="T3" fmla="*/ 8 h 35"/>
                <a:gd name="T4" fmla="*/ 15 w 30"/>
                <a:gd name="T5" fmla="*/ 16 h 35"/>
                <a:gd name="T6" fmla="*/ 7 w 30"/>
                <a:gd name="T7" fmla="*/ 8 h 35"/>
                <a:gd name="T8" fmla="*/ 15 w 30"/>
                <a:gd name="T9" fmla="*/ 0 h 35"/>
                <a:gd name="T10" fmla="*/ 6 w 30"/>
                <a:gd name="T11" fmla="*/ 18 h 35"/>
                <a:gd name="T12" fmla="*/ 10 w 30"/>
                <a:gd name="T13" fmla="*/ 18 h 35"/>
                <a:gd name="T14" fmla="*/ 13 w 30"/>
                <a:gd name="T15" fmla="*/ 24 h 35"/>
                <a:gd name="T16" fmla="*/ 17 w 30"/>
                <a:gd name="T17" fmla="*/ 24 h 35"/>
                <a:gd name="T18" fmla="*/ 20 w 30"/>
                <a:gd name="T19" fmla="*/ 18 h 35"/>
                <a:gd name="T20" fmla="*/ 24 w 30"/>
                <a:gd name="T21" fmla="*/ 18 h 35"/>
                <a:gd name="T22" fmla="*/ 30 w 30"/>
                <a:gd name="T23" fmla="*/ 25 h 35"/>
                <a:gd name="T24" fmla="*/ 30 w 30"/>
                <a:gd name="T25" fmla="*/ 35 h 35"/>
                <a:gd name="T26" fmla="*/ 0 w 30"/>
                <a:gd name="T27" fmla="*/ 35 h 35"/>
                <a:gd name="T28" fmla="*/ 0 w 30"/>
                <a:gd name="T29" fmla="*/ 25 h 35"/>
                <a:gd name="T30" fmla="*/ 6 w 30"/>
                <a:gd name="T31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5">
                  <a:moveTo>
                    <a:pt x="15" y="0"/>
                  </a:moveTo>
                  <a:cubicBezTo>
                    <a:pt x="20" y="0"/>
                    <a:pt x="23" y="3"/>
                    <a:pt x="23" y="8"/>
                  </a:cubicBezTo>
                  <a:cubicBezTo>
                    <a:pt x="23" y="13"/>
                    <a:pt x="20" y="16"/>
                    <a:pt x="15" y="16"/>
                  </a:cubicBezTo>
                  <a:cubicBezTo>
                    <a:pt x="10" y="16"/>
                    <a:pt x="7" y="13"/>
                    <a:pt x="7" y="8"/>
                  </a:cubicBezTo>
                  <a:cubicBezTo>
                    <a:pt x="7" y="3"/>
                    <a:pt x="10" y="0"/>
                    <a:pt x="15" y="0"/>
                  </a:cubicBezTo>
                  <a:close/>
                  <a:moveTo>
                    <a:pt x="6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4" y="26"/>
                    <a:pt x="16" y="26"/>
                    <a:pt x="17" y="24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7" y="18"/>
                    <a:pt x="30" y="21"/>
                    <a:pt x="30" y="2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5" y="35"/>
                    <a:pt x="5" y="35"/>
                    <a:pt x="0" y="3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1"/>
                    <a:pt x="3" y="18"/>
                    <a:pt x="6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085715" y="3129915"/>
            <a:ext cx="1647190" cy="1649095"/>
            <a:chOff x="3381108" y="2279458"/>
            <a:chExt cx="1462088" cy="1463675"/>
          </a:xfrm>
          <a:solidFill>
            <a:srgbClr val="0FF3FF"/>
          </a:solidFill>
        </p:grpSpPr>
        <p:sp>
          <p:nvSpPr>
            <p:cNvPr id="16" name="Freeform 19"/>
            <p:cNvSpPr>
              <a:spLocks noEditPoints="1"/>
            </p:cNvSpPr>
            <p:nvPr/>
          </p:nvSpPr>
          <p:spPr bwMode="auto">
            <a:xfrm>
              <a:off x="3381108" y="2279458"/>
              <a:ext cx="1462088" cy="1463675"/>
            </a:xfrm>
            <a:custGeom>
              <a:avLst/>
              <a:gdLst>
                <a:gd name="T0" fmla="*/ 89 w 156"/>
                <a:gd name="T1" fmla="*/ 156 h 156"/>
                <a:gd name="T2" fmla="*/ 93 w 156"/>
                <a:gd name="T3" fmla="*/ 135 h 156"/>
                <a:gd name="T4" fmla="*/ 108 w 156"/>
                <a:gd name="T5" fmla="*/ 129 h 156"/>
                <a:gd name="T6" fmla="*/ 125 w 156"/>
                <a:gd name="T7" fmla="*/ 141 h 156"/>
                <a:gd name="T8" fmla="*/ 141 w 156"/>
                <a:gd name="T9" fmla="*/ 125 h 156"/>
                <a:gd name="T10" fmla="*/ 129 w 156"/>
                <a:gd name="T11" fmla="*/ 108 h 156"/>
                <a:gd name="T12" fmla="*/ 135 w 156"/>
                <a:gd name="T13" fmla="*/ 93 h 156"/>
                <a:gd name="T14" fmla="*/ 156 w 156"/>
                <a:gd name="T15" fmla="*/ 89 h 156"/>
                <a:gd name="T16" fmla="*/ 156 w 156"/>
                <a:gd name="T17" fmla="*/ 67 h 156"/>
                <a:gd name="T18" fmla="*/ 135 w 156"/>
                <a:gd name="T19" fmla="*/ 63 h 156"/>
                <a:gd name="T20" fmla="*/ 135 w 156"/>
                <a:gd name="T21" fmla="*/ 62 h 156"/>
                <a:gd name="T22" fmla="*/ 135 w 156"/>
                <a:gd name="T23" fmla="*/ 62 h 156"/>
                <a:gd name="T24" fmla="*/ 132 w 156"/>
                <a:gd name="T25" fmla="*/ 56 h 156"/>
                <a:gd name="T26" fmla="*/ 131 w 156"/>
                <a:gd name="T27" fmla="*/ 53 h 156"/>
                <a:gd name="T28" fmla="*/ 131 w 156"/>
                <a:gd name="T29" fmla="*/ 53 h 156"/>
                <a:gd name="T30" fmla="*/ 129 w 156"/>
                <a:gd name="T31" fmla="*/ 48 h 156"/>
                <a:gd name="T32" fmla="*/ 141 w 156"/>
                <a:gd name="T33" fmla="*/ 31 h 156"/>
                <a:gd name="T34" fmla="*/ 125 w 156"/>
                <a:gd name="T35" fmla="*/ 15 h 156"/>
                <a:gd name="T36" fmla="*/ 108 w 156"/>
                <a:gd name="T37" fmla="*/ 27 h 156"/>
                <a:gd name="T38" fmla="*/ 93 w 156"/>
                <a:gd name="T39" fmla="*/ 21 h 156"/>
                <a:gd name="T40" fmla="*/ 89 w 156"/>
                <a:gd name="T41" fmla="*/ 0 h 156"/>
                <a:gd name="T42" fmla="*/ 67 w 156"/>
                <a:gd name="T43" fmla="*/ 0 h 156"/>
                <a:gd name="T44" fmla="*/ 63 w 156"/>
                <a:gd name="T45" fmla="*/ 21 h 156"/>
                <a:gd name="T46" fmla="*/ 48 w 156"/>
                <a:gd name="T47" fmla="*/ 27 h 156"/>
                <a:gd name="T48" fmla="*/ 31 w 156"/>
                <a:gd name="T49" fmla="*/ 15 h 156"/>
                <a:gd name="T50" fmla="*/ 15 w 156"/>
                <a:gd name="T51" fmla="*/ 31 h 156"/>
                <a:gd name="T52" fmla="*/ 27 w 156"/>
                <a:gd name="T53" fmla="*/ 48 h 156"/>
                <a:gd name="T54" fmla="*/ 21 w 156"/>
                <a:gd name="T55" fmla="*/ 63 h 156"/>
                <a:gd name="T56" fmla="*/ 0 w 156"/>
                <a:gd name="T57" fmla="*/ 67 h 156"/>
                <a:gd name="T58" fmla="*/ 0 w 156"/>
                <a:gd name="T59" fmla="*/ 89 h 156"/>
                <a:gd name="T60" fmla="*/ 21 w 156"/>
                <a:gd name="T61" fmla="*/ 93 h 156"/>
                <a:gd name="T62" fmla="*/ 27 w 156"/>
                <a:gd name="T63" fmla="*/ 108 h 156"/>
                <a:gd name="T64" fmla="*/ 15 w 156"/>
                <a:gd name="T65" fmla="*/ 125 h 156"/>
                <a:gd name="T66" fmla="*/ 31 w 156"/>
                <a:gd name="T67" fmla="*/ 141 h 156"/>
                <a:gd name="T68" fmla="*/ 48 w 156"/>
                <a:gd name="T69" fmla="*/ 129 h 156"/>
                <a:gd name="T70" fmla="*/ 63 w 156"/>
                <a:gd name="T71" fmla="*/ 135 h 156"/>
                <a:gd name="T72" fmla="*/ 67 w 156"/>
                <a:gd name="T73" fmla="*/ 156 h 156"/>
                <a:gd name="T74" fmla="*/ 89 w 156"/>
                <a:gd name="T75" fmla="*/ 156 h 156"/>
                <a:gd name="T76" fmla="*/ 119 w 156"/>
                <a:gd name="T77" fmla="*/ 72 h 156"/>
                <a:gd name="T78" fmla="*/ 84 w 156"/>
                <a:gd name="T79" fmla="*/ 119 h 156"/>
                <a:gd name="T80" fmla="*/ 37 w 156"/>
                <a:gd name="T81" fmla="*/ 84 h 156"/>
                <a:gd name="T82" fmla="*/ 72 w 156"/>
                <a:gd name="T83" fmla="*/ 37 h 156"/>
                <a:gd name="T84" fmla="*/ 92 w 156"/>
                <a:gd name="T85" fmla="*/ 39 h 156"/>
                <a:gd name="T86" fmla="*/ 92 w 156"/>
                <a:gd name="T87" fmla="*/ 39 h 156"/>
                <a:gd name="T88" fmla="*/ 107 w 156"/>
                <a:gd name="T89" fmla="*/ 49 h 156"/>
                <a:gd name="T90" fmla="*/ 114 w 156"/>
                <a:gd name="T91" fmla="*/ 57 h 156"/>
                <a:gd name="T92" fmla="*/ 119 w 156"/>
                <a:gd name="T93" fmla="*/ 7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6" h="156">
                  <a:moveTo>
                    <a:pt x="89" y="156"/>
                  </a:moveTo>
                  <a:cubicBezTo>
                    <a:pt x="93" y="135"/>
                    <a:pt x="93" y="135"/>
                    <a:pt x="93" y="135"/>
                  </a:cubicBezTo>
                  <a:cubicBezTo>
                    <a:pt x="108" y="129"/>
                    <a:pt x="108" y="129"/>
                    <a:pt x="108" y="129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29" y="108"/>
                    <a:pt x="129" y="108"/>
                    <a:pt x="129" y="108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56" y="89"/>
                    <a:pt x="156" y="89"/>
                    <a:pt x="156" y="89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2"/>
                    <a:pt x="135" y="62"/>
                    <a:pt x="135" y="62"/>
                  </a:cubicBezTo>
                  <a:cubicBezTo>
                    <a:pt x="135" y="62"/>
                    <a:pt x="135" y="62"/>
                    <a:pt x="135" y="62"/>
                  </a:cubicBezTo>
                  <a:cubicBezTo>
                    <a:pt x="132" y="56"/>
                    <a:pt x="132" y="56"/>
                    <a:pt x="132" y="56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41" y="31"/>
                    <a:pt x="141" y="31"/>
                    <a:pt x="141" y="31"/>
                  </a:cubicBezTo>
                  <a:cubicBezTo>
                    <a:pt x="125" y="15"/>
                    <a:pt x="125" y="15"/>
                    <a:pt x="125" y="15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15" y="125"/>
                    <a:pt x="15" y="125"/>
                    <a:pt x="15" y="125"/>
                  </a:cubicBezTo>
                  <a:cubicBezTo>
                    <a:pt x="31" y="141"/>
                    <a:pt x="31" y="141"/>
                    <a:pt x="31" y="141"/>
                  </a:cubicBezTo>
                  <a:cubicBezTo>
                    <a:pt x="48" y="129"/>
                    <a:pt x="48" y="129"/>
                    <a:pt x="48" y="129"/>
                  </a:cubicBezTo>
                  <a:cubicBezTo>
                    <a:pt x="63" y="135"/>
                    <a:pt x="63" y="135"/>
                    <a:pt x="63" y="135"/>
                  </a:cubicBezTo>
                  <a:cubicBezTo>
                    <a:pt x="67" y="156"/>
                    <a:pt x="67" y="156"/>
                    <a:pt x="67" y="156"/>
                  </a:cubicBezTo>
                  <a:cubicBezTo>
                    <a:pt x="89" y="156"/>
                    <a:pt x="89" y="156"/>
                    <a:pt x="89" y="156"/>
                  </a:cubicBezTo>
                  <a:close/>
                  <a:moveTo>
                    <a:pt x="119" y="72"/>
                  </a:moveTo>
                  <a:cubicBezTo>
                    <a:pt x="122" y="95"/>
                    <a:pt x="106" y="116"/>
                    <a:pt x="84" y="119"/>
                  </a:cubicBezTo>
                  <a:cubicBezTo>
                    <a:pt x="61" y="122"/>
                    <a:pt x="40" y="106"/>
                    <a:pt x="37" y="84"/>
                  </a:cubicBezTo>
                  <a:cubicBezTo>
                    <a:pt x="34" y="61"/>
                    <a:pt x="50" y="40"/>
                    <a:pt x="72" y="37"/>
                  </a:cubicBezTo>
                  <a:cubicBezTo>
                    <a:pt x="79" y="36"/>
                    <a:pt x="86" y="37"/>
                    <a:pt x="92" y="39"/>
                  </a:cubicBezTo>
                  <a:cubicBezTo>
                    <a:pt x="92" y="39"/>
                    <a:pt x="92" y="39"/>
                    <a:pt x="92" y="39"/>
                  </a:cubicBezTo>
                  <a:cubicBezTo>
                    <a:pt x="98" y="41"/>
                    <a:pt x="103" y="44"/>
                    <a:pt x="107" y="49"/>
                  </a:cubicBezTo>
                  <a:cubicBezTo>
                    <a:pt x="110" y="51"/>
                    <a:pt x="112" y="54"/>
                    <a:pt x="114" y="57"/>
                  </a:cubicBezTo>
                  <a:cubicBezTo>
                    <a:pt x="117" y="62"/>
                    <a:pt x="119" y="67"/>
                    <a:pt x="119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7" name="Freeform 20"/>
            <p:cNvSpPr>
              <a:spLocks noEditPoints="1"/>
            </p:cNvSpPr>
            <p:nvPr/>
          </p:nvSpPr>
          <p:spPr bwMode="auto">
            <a:xfrm>
              <a:off x="3877996" y="2720783"/>
              <a:ext cx="468313" cy="544512"/>
            </a:xfrm>
            <a:custGeom>
              <a:avLst/>
              <a:gdLst>
                <a:gd name="T0" fmla="*/ 25 w 50"/>
                <a:gd name="T1" fmla="*/ 0 h 58"/>
                <a:gd name="T2" fmla="*/ 39 w 50"/>
                <a:gd name="T3" fmla="*/ 14 h 58"/>
                <a:gd name="T4" fmla="*/ 25 w 50"/>
                <a:gd name="T5" fmla="*/ 28 h 58"/>
                <a:gd name="T6" fmla="*/ 11 w 50"/>
                <a:gd name="T7" fmla="*/ 14 h 58"/>
                <a:gd name="T8" fmla="*/ 25 w 50"/>
                <a:gd name="T9" fmla="*/ 0 h 58"/>
                <a:gd name="T10" fmla="*/ 10 w 50"/>
                <a:gd name="T11" fmla="*/ 31 h 58"/>
                <a:gd name="T12" fmla="*/ 16 w 50"/>
                <a:gd name="T13" fmla="*/ 31 h 58"/>
                <a:gd name="T14" fmla="*/ 22 w 50"/>
                <a:gd name="T15" fmla="*/ 40 h 58"/>
                <a:gd name="T16" fmla="*/ 28 w 50"/>
                <a:gd name="T17" fmla="*/ 40 h 58"/>
                <a:gd name="T18" fmla="*/ 34 w 50"/>
                <a:gd name="T19" fmla="*/ 31 h 58"/>
                <a:gd name="T20" fmla="*/ 40 w 50"/>
                <a:gd name="T21" fmla="*/ 31 h 58"/>
                <a:gd name="T22" fmla="*/ 50 w 50"/>
                <a:gd name="T23" fmla="*/ 41 h 58"/>
                <a:gd name="T24" fmla="*/ 50 w 50"/>
                <a:gd name="T25" fmla="*/ 58 h 58"/>
                <a:gd name="T26" fmla="*/ 0 w 50"/>
                <a:gd name="T27" fmla="*/ 58 h 58"/>
                <a:gd name="T28" fmla="*/ 0 w 50"/>
                <a:gd name="T29" fmla="*/ 41 h 58"/>
                <a:gd name="T30" fmla="*/ 10 w 50"/>
                <a:gd name="T31" fmla="*/ 3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" h="57">
                  <a:moveTo>
                    <a:pt x="25" y="0"/>
                  </a:moveTo>
                  <a:cubicBezTo>
                    <a:pt x="33" y="0"/>
                    <a:pt x="39" y="6"/>
                    <a:pt x="39" y="14"/>
                  </a:cubicBezTo>
                  <a:cubicBezTo>
                    <a:pt x="39" y="21"/>
                    <a:pt x="33" y="28"/>
                    <a:pt x="25" y="28"/>
                  </a:cubicBezTo>
                  <a:cubicBezTo>
                    <a:pt x="17" y="28"/>
                    <a:pt x="11" y="21"/>
                    <a:pt x="11" y="14"/>
                  </a:cubicBezTo>
                  <a:cubicBezTo>
                    <a:pt x="11" y="6"/>
                    <a:pt x="17" y="0"/>
                    <a:pt x="25" y="0"/>
                  </a:cubicBezTo>
                  <a:close/>
                  <a:moveTo>
                    <a:pt x="10" y="31"/>
                  </a:moveTo>
                  <a:cubicBezTo>
                    <a:pt x="16" y="31"/>
                    <a:pt x="16" y="31"/>
                    <a:pt x="16" y="31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4" y="43"/>
                    <a:pt x="26" y="43"/>
                    <a:pt x="28" y="4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5" y="31"/>
                    <a:pt x="50" y="36"/>
                    <a:pt x="50" y="41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42" y="58"/>
                    <a:pt x="8" y="58"/>
                    <a:pt x="0" y="5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6"/>
                    <a:pt x="5" y="31"/>
                    <a:pt x="10" y="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18" name="任意多边形 138"/>
          <p:cNvSpPr/>
          <p:nvPr/>
        </p:nvSpPr>
        <p:spPr>
          <a:xfrm>
            <a:off x="7050405" y="3002915"/>
            <a:ext cx="3189605" cy="255905"/>
          </a:xfrm>
          <a:custGeom>
            <a:avLst/>
            <a:gdLst>
              <a:gd name="connsiteX0" fmla="*/ 0 w 3575098"/>
              <a:gd name="connsiteY0" fmla="*/ 0 h 226882"/>
              <a:gd name="connsiteX1" fmla="*/ 226882 w 3575098"/>
              <a:gd name="connsiteY1" fmla="*/ 226882 h 226882"/>
              <a:gd name="connsiteX2" fmla="*/ 3575098 w 3575098"/>
              <a:gd name="connsiteY2" fmla="*/ 226882 h 226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5098" h="226882">
                <a:moveTo>
                  <a:pt x="0" y="0"/>
                </a:moveTo>
                <a:lnTo>
                  <a:pt x="226882" y="226882"/>
                </a:lnTo>
                <a:lnTo>
                  <a:pt x="3575098" y="226882"/>
                </a:lnTo>
              </a:path>
            </a:pathLst>
          </a:custGeom>
          <a:ln>
            <a:solidFill>
              <a:srgbClr val="377F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19" name="任意多边形 139"/>
          <p:cNvSpPr/>
          <p:nvPr/>
        </p:nvSpPr>
        <p:spPr>
          <a:xfrm>
            <a:off x="7050405" y="5450840"/>
            <a:ext cx="3189605" cy="255905"/>
          </a:xfrm>
          <a:custGeom>
            <a:avLst/>
            <a:gdLst>
              <a:gd name="connsiteX0" fmla="*/ 0 w 3575098"/>
              <a:gd name="connsiteY0" fmla="*/ 0 h 226882"/>
              <a:gd name="connsiteX1" fmla="*/ 226882 w 3575098"/>
              <a:gd name="connsiteY1" fmla="*/ 226882 h 226882"/>
              <a:gd name="connsiteX2" fmla="*/ 3575098 w 3575098"/>
              <a:gd name="connsiteY2" fmla="*/ 226882 h 226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5098" h="226882">
                <a:moveTo>
                  <a:pt x="0" y="0"/>
                </a:moveTo>
                <a:lnTo>
                  <a:pt x="226882" y="226882"/>
                </a:lnTo>
                <a:lnTo>
                  <a:pt x="3575098" y="226882"/>
                </a:lnTo>
              </a:path>
            </a:pathLst>
          </a:custGeom>
          <a:ln>
            <a:solidFill>
              <a:srgbClr val="377F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20" name="任意多边形 140"/>
          <p:cNvSpPr/>
          <p:nvPr/>
        </p:nvSpPr>
        <p:spPr>
          <a:xfrm flipH="1">
            <a:off x="2006600" y="4190365"/>
            <a:ext cx="3242945" cy="288290"/>
          </a:xfrm>
          <a:custGeom>
            <a:avLst/>
            <a:gdLst>
              <a:gd name="connsiteX0" fmla="*/ 0 w 3575098"/>
              <a:gd name="connsiteY0" fmla="*/ 0 h 226882"/>
              <a:gd name="connsiteX1" fmla="*/ 226882 w 3575098"/>
              <a:gd name="connsiteY1" fmla="*/ 226882 h 226882"/>
              <a:gd name="connsiteX2" fmla="*/ 3575098 w 3575098"/>
              <a:gd name="connsiteY2" fmla="*/ 226882 h 226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5098" h="226882">
                <a:moveTo>
                  <a:pt x="0" y="0"/>
                </a:moveTo>
                <a:lnTo>
                  <a:pt x="226882" y="226882"/>
                </a:lnTo>
                <a:lnTo>
                  <a:pt x="3575098" y="226882"/>
                </a:lnTo>
              </a:path>
            </a:pathLst>
          </a:custGeom>
          <a:ln>
            <a:solidFill>
              <a:srgbClr val="6AE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766" y="-296152"/>
            <a:ext cx="4240883" cy="2120442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7339961" y="1824289"/>
            <a:ext cx="3168822" cy="1896809"/>
            <a:chOff x="7523106" y="2895900"/>
            <a:chExt cx="2777432" cy="1897068"/>
          </a:xfrm>
        </p:grpSpPr>
        <p:sp>
          <p:nvSpPr>
            <p:cNvPr id="29" name="矩形 28"/>
            <p:cNvSpPr/>
            <p:nvPr/>
          </p:nvSpPr>
          <p:spPr>
            <a:xfrm>
              <a:off x="7525905" y="2895900"/>
              <a:ext cx="2411936" cy="525281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So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sánh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các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thuật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toán</a:t>
              </a:r>
              <a:endPara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523106" y="3495278"/>
              <a:ext cx="2777432" cy="1297690"/>
            </a:xfrm>
            <a:prstGeom prst="rect">
              <a:avLst/>
            </a:prstGeom>
            <a:noFill/>
          </p:spPr>
          <p:txBody>
            <a:bodyPr wrap="square" rtlCol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Logistic Regression, Random Forest, SVM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tuyến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tính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, KNN, Multinomial Naive Bayes, Decision Tree</a:t>
              </a: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130426" y="3136902"/>
            <a:ext cx="2955290" cy="1828290"/>
            <a:chOff x="7523107" y="2836902"/>
            <a:chExt cx="2590273" cy="1828541"/>
          </a:xfrm>
        </p:grpSpPr>
        <p:sp>
          <p:nvSpPr>
            <p:cNvPr id="26" name="矩形 25"/>
            <p:cNvSpPr/>
            <p:nvPr/>
          </p:nvSpPr>
          <p:spPr>
            <a:xfrm>
              <a:off x="7525905" y="2836902"/>
              <a:ext cx="2587475" cy="584279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Ngoài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ra</a:t>
              </a:r>
              <a:endPara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523107" y="3421180"/>
              <a:ext cx="2311988" cy="1244263"/>
            </a:xfrm>
            <a:prstGeom prst="rect">
              <a:avLst/>
            </a:prstGeom>
            <a:noFill/>
          </p:spPr>
          <p:txBody>
            <a:bodyPr wrap="square" rtlCol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60000"/>
                </a:lnSpc>
              </a:pP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Random Forest, Naive Bayes (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trung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bình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), Decision Tree, KNN (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kém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 </a:t>
              </a:r>
              <a:r>
                <a:rPr lang="en-US" sz="1400" dirty="0" err="1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nhất</a:t>
              </a: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).</a:t>
              </a:r>
              <a:endParaRPr lang="zh-CN" altLang="en-US" sz="1400" dirty="0">
                <a:solidFill>
                  <a:srgbClr val="0FF3FF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440297" y="4252601"/>
            <a:ext cx="2903239" cy="1807209"/>
            <a:chOff x="7523108" y="2863578"/>
            <a:chExt cx="2544651" cy="1807456"/>
          </a:xfrm>
        </p:grpSpPr>
        <p:sp>
          <p:nvSpPr>
            <p:cNvPr id="32" name="矩形 31"/>
            <p:cNvSpPr/>
            <p:nvPr/>
          </p:nvSpPr>
          <p:spPr>
            <a:xfrm>
              <a:off x="7525906" y="2863578"/>
              <a:ext cx="2541853" cy="557603"/>
            </a:xfrm>
            <a:prstGeom prst="rect">
              <a:avLst/>
            </a:prstGeom>
          </p:spPr>
          <p:txBody>
            <a:bodyPr wrap="square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Chỉ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số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đánh</a:t>
              </a:r>
              <a:r>
                <a:rPr lang="en-US" altLang="vi-VN" sz="20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20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giá</a:t>
              </a:r>
              <a:endParaRPr lang="en-US" altLang="zh-CN" sz="20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523108" y="3495278"/>
              <a:ext cx="2297516" cy="1175756"/>
            </a:xfrm>
            <a:prstGeom prst="rect">
              <a:avLst/>
            </a:prstGeom>
            <a:noFill/>
          </p:spPr>
          <p:txBody>
            <a:bodyPr wrap="square" rtlCol="0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sz="1400" dirty="0">
                  <a:solidFill>
                    <a:srgbClr val="0FF3FF"/>
                  </a:solidFill>
                  <a:latin typeface="#9Slide03 Arima Madurai" panose="00000500000000000000" pitchFamily="2" charset="0"/>
                  <a:ea typeface="Microsoft YaHei UI Light" panose="020B0502040204020203" pitchFamily="34" charset="-122"/>
                  <a:cs typeface="#9Slide03 Arima Madurai" panose="00000500000000000000" pitchFamily="2" charset="0"/>
                </a:rPr>
                <a:t>Accuracy, Precision (weighted), Recall (weighted), F1-Score (weighted).</a:t>
              </a:r>
              <a:endParaRPr lang="zh-CN" altLang="en-US" sz="1400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035C921-FC9A-DA0F-C637-6D4BBB3A9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8" y="1886841"/>
            <a:ext cx="12130723" cy="4172969"/>
          </a:xfrm>
          <a:prstGeom prst="rect">
            <a:avLst/>
          </a:prstGeom>
        </p:spPr>
      </p:pic>
      <p:pic>
        <p:nvPicPr>
          <p:cNvPr id="6" name="image2.png">
            <a:extLst>
              <a:ext uri="{FF2B5EF4-FFF2-40B4-BE49-F238E27FC236}">
                <a16:creationId xmlns:a16="http://schemas.microsoft.com/office/drawing/2014/main" id="{C3035B03-ED25-BB48-9E00-96EED707B52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225675" y="0"/>
            <a:ext cx="9425425" cy="6941315"/>
          </a:xfrm>
          <a:prstGeom prst="rect">
            <a:avLst/>
          </a:prstGeom>
          <a:ln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82"/>
          <p:cNvGrpSpPr/>
          <p:nvPr/>
        </p:nvGrpSpPr>
        <p:grpSpPr>
          <a:xfrm>
            <a:off x="1222375" y="1662343"/>
            <a:ext cx="1546225" cy="1544637"/>
            <a:chOff x="1222577" y="2190193"/>
            <a:chExt cx="1545336" cy="1545336"/>
          </a:xfrm>
        </p:grpSpPr>
        <p:sp>
          <p:nvSpPr>
            <p:cNvPr id="8" name="Oval 16"/>
            <p:cNvSpPr/>
            <p:nvPr/>
          </p:nvSpPr>
          <p:spPr>
            <a:xfrm>
              <a:off x="1409794" y="2377603"/>
              <a:ext cx="1167728" cy="1167340"/>
            </a:xfrm>
            <a:prstGeom prst="ellipse">
              <a:avLst/>
            </a:prstGeom>
            <a:noFill/>
            <a:ln w="6350">
              <a:solidFill>
                <a:srgbClr val="6AE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9" name="Arc 20"/>
            <p:cNvSpPr/>
            <p:nvPr/>
          </p:nvSpPr>
          <p:spPr>
            <a:xfrm>
              <a:off x="1222577" y="2190193"/>
              <a:ext cx="1545336" cy="1545336"/>
            </a:xfrm>
            <a:prstGeom prst="arc">
              <a:avLst>
                <a:gd name="adj1" fmla="val 20172577"/>
                <a:gd name="adj2" fmla="val 16297434"/>
              </a:avLst>
            </a:prstGeom>
            <a:noFill/>
            <a:ln w="76200"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0" name="TextBox 24"/>
            <p:cNvSpPr txBox="1">
              <a:spLocks noChangeArrowheads="1"/>
            </p:cNvSpPr>
            <p:nvPr/>
          </p:nvSpPr>
          <p:spPr bwMode="auto">
            <a:xfrm>
              <a:off x="1516603" y="2730339"/>
              <a:ext cx="883067" cy="46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vi-V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1</a:t>
              </a:r>
              <a:endParaRPr lang="en-US" altLang="zh-C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1" name="组合 86"/>
          <p:cNvGrpSpPr/>
          <p:nvPr/>
        </p:nvGrpSpPr>
        <p:grpSpPr>
          <a:xfrm>
            <a:off x="3941763" y="1659168"/>
            <a:ext cx="1544637" cy="1544637"/>
            <a:chOff x="3941805" y="2186816"/>
            <a:chExt cx="1545336" cy="1545336"/>
          </a:xfrm>
        </p:grpSpPr>
        <p:sp>
          <p:nvSpPr>
            <p:cNvPr id="12" name="Oval 17"/>
            <p:cNvSpPr/>
            <p:nvPr/>
          </p:nvSpPr>
          <p:spPr>
            <a:xfrm>
              <a:off x="4132391" y="2377402"/>
              <a:ext cx="1167340" cy="1167340"/>
            </a:xfrm>
            <a:prstGeom prst="ellipse">
              <a:avLst/>
            </a:prstGeom>
            <a:noFill/>
            <a:ln w="6350">
              <a:solidFill>
                <a:srgbClr val="6AE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3" name="Arc 21"/>
            <p:cNvSpPr/>
            <p:nvPr/>
          </p:nvSpPr>
          <p:spPr>
            <a:xfrm>
              <a:off x="3941805" y="2186816"/>
              <a:ext cx="1545336" cy="1545336"/>
            </a:xfrm>
            <a:prstGeom prst="arc">
              <a:avLst>
                <a:gd name="adj1" fmla="val 17379292"/>
                <a:gd name="adj2" fmla="val 8825709"/>
              </a:avLst>
            </a:prstGeom>
            <a:noFill/>
            <a:ln w="76200"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4" name="TextBox 27"/>
            <p:cNvSpPr txBox="1">
              <a:spLocks noChangeArrowheads="1"/>
            </p:cNvSpPr>
            <p:nvPr/>
          </p:nvSpPr>
          <p:spPr bwMode="auto">
            <a:xfrm>
              <a:off x="4277288" y="2730139"/>
              <a:ext cx="875957" cy="46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2</a:t>
              </a:r>
              <a:endParaRPr lang="en-US" altLang="zh-C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5" name="组合 90"/>
          <p:cNvGrpSpPr/>
          <p:nvPr/>
        </p:nvGrpSpPr>
        <p:grpSpPr>
          <a:xfrm>
            <a:off x="6661150" y="1659168"/>
            <a:ext cx="1544638" cy="1544637"/>
            <a:chOff x="6661033" y="2186816"/>
            <a:chExt cx="1545336" cy="1545336"/>
          </a:xfrm>
        </p:grpSpPr>
        <p:sp>
          <p:nvSpPr>
            <p:cNvPr id="16" name="Oval 18"/>
            <p:cNvSpPr/>
            <p:nvPr/>
          </p:nvSpPr>
          <p:spPr>
            <a:xfrm>
              <a:off x="6854796" y="2377402"/>
              <a:ext cx="1167340" cy="1167340"/>
            </a:xfrm>
            <a:prstGeom prst="ellipse">
              <a:avLst/>
            </a:prstGeom>
            <a:noFill/>
            <a:ln w="6350">
              <a:solidFill>
                <a:srgbClr val="6AE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7" name="Arc 22"/>
            <p:cNvSpPr/>
            <p:nvPr/>
          </p:nvSpPr>
          <p:spPr>
            <a:xfrm>
              <a:off x="6661033" y="2186816"/>
              <a:ext cx="1545336" cy="1545336"/>
            </a:xfrm>
            <a:prstGeom prst="arc">
              <a:avLst>
                <a:gd name="adj1" fmla="val 14283035"/>
                <a:gd name="adj2" fmla="val 8268073"/>
              </a:avLst>
            </a:prstGeom>
            <a:noFill/>
            <a:ln w="76200"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18" name="TextBox 28"/>
            <p:cNvSpPr txBox="1">
              <a:spLocks noChangeArrowheads="1"/>
            </p:cNvSpPr>
            <p:nvPr/>
          </p:nvSpPr>
          <p:spPr bwMode="auto">
            <a:xfrm>
              <a:off x="6986100" y="2730363"/>
              <a:ext cx="895201" cy="46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vi-V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3</a:t>
              </a:r>
              <a:endParaRPr lang="en-US" altLang="zh-C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grpSp>
        <p:nvGrpSpPr>
          <p:cNvPr id="19" name="组合 94"/>
          <p:cNvGrpSpPr/>
          <p:nvPr/>
        </p:nvGrpSpPr>
        <p:grpSpPr>
          <a:xfrm>
            <a:off x="9390063" y="1659168"/>
            <a:ext cx="1546225" cy="1544637"/>
            <a:chOff x="9390392" y="2186816"/>
            <a:chExt cx="1545336" cy="1545336"/>
          </a:xfrm>
        </p:grpSpPr>
        <p:sp>
          <p:nvSpPr>
            <p:cNvPr id="20" name="Oval 19"/>
            <p:cNvSpPr/>
            <p:nvPr/>
          </p:nvSpPr>
          <p:spPr>
            <a:xfrm>
              <a:off x="9577609" y="2377402"/>
              <a:ext cx="1167728" cy="1167340"/>
            </a:xfrm>
            <a:prstGeom prst="ellipse">
              <a:avLst/>
            </a:prstGeom>
            <a:noFill/>
            <a:ln w="6350">
              <a:solidFill>
                <a:srgbClr val="6AE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1" name="Arc 23"/>
            <p:cNvSpPr/>
            <p:nvPr/>
          </p:nvSpPr>
          <p:spPr>
            <a:xfrm>
              <a:off x="9390392" y="2186816"/>
              <a:ext cx="1545336" cy="1545336"/>
            </a:xfrm>
            <a:prstGeom prst="arc">
              <a:avLst>
                <a:gd name="adj1" fmla="val 17026676"/>
                <a:gd name="adj2" fmla="val 13044588"/>
              </a:avLst>
            </a:prstGeom>
            <a:ln w="76200"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2" name="TextBox 29"/>
            <p:cNvSpPr txBox="1">
              <a:spLocks noChangeArrowheads="1"/>
            </p:cNvSpPr>
            <p:nvPr/>
          </p:nvSpPr>
          <p:spPr bwMode="auto">
            <a:xfrm>
              <a:off x="9710327" y="2730363"/>
              <a:ext cx="902292" cy="46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vi-V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4</a:t>
              </a:r>
              <a:endParaRPr lang="en-US" altLang="zh-C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23" name="文本框 1"/>
          <p:cNvSpPr txBox="1">
            <a:spLocks noChangeArrowheads="1"/>
          </p:cNvSpPr>
          <p:nvPr/>
        </p:nvSpPr>
        <p:spPr bwMode="auto">
          <a:xfrm>
            <a:off x="775970" y="3383510"/>
            <a:ext cx="2435225" cy="335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Thu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thập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dữ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liệu</a:t>
            </a:r>
            <a:endParaRPr lang="zh-CN" altLang="en-US"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sp>
        <p:nvSpPr>
          <p:cNvPr id="24" name="文本框 103"/>
          <p:cNvSpPr txBox="1">
            <a:spLocks noChangeArrowheads="1"/>
          </p:cNvSpPr>
          <p:nvPr/>
        </p:nvSpPr>
        <p:spPr bwMode="auto">
          <a:xfrm>
            <a:off x="3346117" y="3383193"/>
            <a:ext cx="2874661" cy="7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Kiểm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tra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,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xác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thực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dữ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liệu</a:t>
            </a:r>
            <a:endParaRPr lang="en-US" altLang="zh-CN"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Arial" panose="020B0604020202020204" pitchFamily="34" charset="0"/>
            </a:endParaRPr>
          </a:p>
        </p:txBody>
      </p:sp>
      <p:sp>
        <p:nvSpPr>
          <p:cNvPr id="25" name="文本框 104"/>
          <p:cNvSpPr txBox="1">
            <a:spLocks noChangeArrowheads="1"/>
          </p:cNvSpPr>
          <p:nvPr/>
        </p:nvSpPr>
        <p:spPr bwMode="auto">
          <a:xfrm>
            <a:off x="6220778" y="3370493"/>
            <a:ext cx="2435225" cy="335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Lựa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chọn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mô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hình</a:t>
            </a:r>
            <a:endParaRPr lang="zh-CN" altLang="en-US"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+mn-lt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3692278" y="364456"/>
            <a:ext cx="5250014" cy="947472"/>
            <a:chOff x="3289884" y="306669"/>
            <a:chExt cx="5250014" cy="947472"/>
          </a:xfrm>
        </p:grpSpPr>
        <p:sp>
          <p:nvSpPr>
            <p:cNvPr id="62" name="文本框 61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<p:cNvSpPr txBox="1"/>
            <p:nvPr/>
          </p:nvSpPr>
          <p:spPr>
            <a:xfrm>
              <a:off x="3289884" y="306669"/>
              <a:ext cx="5055870" cy="51816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vi-VN" sz="28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Kiến</a:t>
              </a:r>
              <a:r>
                <a:rPr lang="en-US" altLang="vi-VN" sz="28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28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trúc</a:t>
              </a:r>
              <a:r>
                <a:rPr lang="en-US" altLang="vi-VN" sz="28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28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hệ</a:t>
              </a:r>
              <a:r>
                <a:rPr lang="en-US" altLang="vi-VN" sz="28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28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thống</a:t>
              </a:r>
              <a:r>
                <a:rPr lang="en-US" altLang="vi-VN" sz="28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28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triển</a:t>
              </a:r>
              <a:r>
                <a:rPr lang="en-US" altLang="vi-VN" sz="28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 </a:t>
              </a:r>
              <a:r>
                <a:rPr lang="en-US" altLang="vi-VN" sz="2800" b="1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Century Gothic" panose="020B0502020202020204" pitchFamily="34" charset="0"/>
                </a:rPr>
                <a:t>khai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Century Gothic" panose="020B0502020202020204" pitchFamily="34" charset="0"/>
              </a:endParaRPr>
            </a:p>
          </p:txBody>
        </p:sp>
        <p:sp>
          <p:nvSpPr>
            <p:cNvPr id="63" name="AutoShape 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/>
            <p:cNvSpPr/>
            <p:nvPr/>
          </p:nvSpPr>
          <p:spPr bwMode="auto">
            <a:xfrm>
              <a:off x="4493202" y="913127"/>
              <a:ext cx="4046696" cy="34101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normAutofit/>
            </a:bodyPr>
            <a:lstStyle>
              <a:lvl1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1pPr>
              <a:lvl2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2pPr>
              <a:lvl3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3pPr>
              <a:lvl4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4pPr>
              <a:lvl5pPr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5pPr>
              <a:lvl6pPr marL="39243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6pPr>
              <a:lvl7pPr marL="43815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7pPr>
              <a:lvl8pPr marL="48387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8pPr>
              <a:lvl9pPr marL="5295900" indent="-927100" algn="ctr" defTabSz="82550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ct val="75000"/>
                <a:buChar char="•"/>
                <a:defRPr sz="7600">
                  <a:solidFill>
                    <a:srgbClr val="777776"/>
                  </a:solidFill>
                  <a:latin typeface="Open Sans" panose="020B0606030504020204" pitchFamily="34" charset="0"/>
                  <a:cs typeface="Open Sans" panose="020B0606030504020204" pitchFamily="34" charset="0"/>
                  <a:sym typeface="Open Sans" panose="020B0606030504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Mô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hình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pipeline 7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giai</a:t>
              </a:r>
              <a:r>
                <a:rPr lang="en-US" altLang="vi-VN" sz="1400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 </a:t>
              </a:r>
              <a:r>
                <a:rPr lang="en-US" altLang="vi-VN" sz="1400" dirty="0" err="1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đoạn</a:t>
              </a:r>
              <a:endParaRPr kumimoji="0" lang="id-ID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pic>
        <p:nvPicPr>
          <p:cNvPr id="64" name="图片 6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766" y="-296152"/>
            <a:ext cx="4240883" cy="2120442"/>
          </a:xfrm>
          <a:prstGeom prst="rect">
            <a:avLst/>
          </a:prstGeom>
        </p:spPr>
      </p:pic>
      <p:sp>
        <p:nvSpPr>
          <p:cNvPr id="27" name="文本框 103"/>
          <p:cNvSpPr txBox="1">
            <a:spLocks noChangeArrowheads="1"/>
          </p:cNvSpPr>
          <p:nvPr/>
        </p:nvSpPr>
        <p:spPr bwMode="auto">
          <a:xfrm>
            <a:off x="8981759" y="3383193"/>
            <a:ext cx="2435225" cy="7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Tiền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xử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lý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văn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bản</a:t>
            </a:r>
            <a:endParaRPr lang="en-US" altLang="zh-CN"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Arial" panose="020B0604020202020204" pitchFamily="34" charset="0"/>
            </a:endParaRPr>
          </a:p>
        </p:txBody>
      </p:sp>
      <p:grpSp>
        <p:nvGrpSpPr>
          <p:cNvPr id="2" name="组合 94">
            <a:extLst>
              <a:ext uri="{FF2B5EF4-FFF2-40B4-BE49-F238E27FC236}">
                <a16:creationId xmlns:a16="http://schemas.microsoft.com/office/drawing/2014/main" id="{5BC63541-A2D0-3888-7B6E-8C39456D1F40}"/>
              </a:ext>
            </a:extLst>
          </p:cNvPr>
          <p:cNvGrpSpPr/>
          <p:nvPr/>
        </p:nvGrpSpPr>
        <p:grpSpPr>
          <a:xfrm>
            <a:off x="2469348" y="4165739"/>
            <a:ext cx="1546225" cy="1544637"/>
            <a:chOff x="9390392" y="2186816"/>
            <a:chExt cx="1545336" cy="154533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E81436B-7C2A-8145-B5D2-333B30B52838}"/>
                </a:ext>
              </a:extLst>
            </p:cNvPr>
            <p:cNvSpPr/>
            <p:nvPr/>
          </p:nvSpPr>
          <p:spPr>
            <a:xfrm>
              <a:off x="9577609" y="2377402"/>
              <a:ext cx="1167728" cy="1167340"/>
            </a:xfrm>
            <a:prstGeom prst="ellipse">
              <a:avLst/>
            </a:prstGeom>
            <a:noFill/>
            <a:ln w="6350">
              <a:solidFill>
                <a:srgbClr val="6AE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4" name="Arc 23">
              <a:extLst>
                <a:ext uri="{FF2B5EF4-FFF2-40B4-BE49-F238E27FC236}">
                  <a16:creationId xmlns:a16="http://schemas.microsoft.com/office/drawing/2014/main" id="{5AD08300-8BBA-69DD-1BDC-80AAAE71389A}"/>
                </a:ext>
              </a:extLst>
            </p:cNvPr>
            <p:cNvSpPr/>
            <p:nvPr/>
          </p:nvSpPr>
          <p:spPr>
            <a:xfrm>
              <a:off x="9390392" y="2186816"/>
              <a:ext cx="1545336" cy="1545336"/>
            </a:xfrm>
            <a:prstGeom prst="arc">
              <a:avLst>
                <a:gd name="adj1" fmla="val 17026676"/>
                <a:gd name="adj2" fmla="val 13044588"/>
              </a:avLst>
            </a:prstGeom>
            <a:ln w="76200"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5" name="TextBox 29">
              <a:extLst>
                <a:ext uri="{FF2B5EF4-FFF2-40B4-BE49-F238E27FC236}">
                  <a16:creationId xmlns:a16="http://schemas.microsoft.com/office/drawing/2014/main" id="{6E2AFDFC-5CA6-5F8F-1491-7FBC7731A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0327" y="2730363"/>
              <a:ext cx="902292" cy="46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5</a:t>
              </a:r>
              <a:endParaRPr lang="en-US" altLang="zh-C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6" name="文本框 103">
            <a:extLst>
              <a:ext uri="{FF2B5EF4-FFF2-40B4-BE49-F238E27FC236}">
                <a16:creationId xmlns:a16="http://schemas.microsoft.com/office/drawing/2014/main" id="{79604327-B7DB-515F-1384-BFDFD6FE7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1044" y="5889764"/>
            <a:ext cx="2435225" cy="7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Chuyển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đổi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đặc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trưng</a:t>
            </a:r>
            <a:endParaRPr lang="en-US" altLang="zh-CN"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Arial" panose="020B0604020202020204" pitchFamily="34" charset="0"/>
            </a:endParaRPr>
          </a:p>
        </p:txBody>
      </p:sp>
      <p:grpSp>
        <p:nvGrpSpPr>
          <p:cNvPr id="26" name="组合 94">
            <a:extLst>
              <a:ext uri="{FF2B5EF4-FFF2-40B4-BE49-F238E27FC236}">
                <a16:creationId xmlns:a16="http://schemas.microsoft.com/office/drawing/2014/main" id="{0E85E0BC-7C90-3791-0B86-7C5C1B97B754}"/>
              </a:ext>
            </a:extLst>
          </p:cNvPr>
          <p:cNvGrpSpPr/>
          <p:nvPr/>
        </p:nvGrpSpPr>
        <p:grpSpPr>
          <a:xfrm>
            <a:off x="5372719" y="4165739"/>
            <a:ext cx="1546225" cy="1544637"/>
            <a:chOff x="9390392" y="2186816"/>
            <a:chExt cx="1545336" cy="154533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B6E95D0-BA1C-B24F-B15F-53C7F392AED8}"/>
                </a:ext>
              </a:extLst>
            </p:cNvPr>
            <p:cNvSpPr/>
            <p:nvPr/>
          </p:nvSpPr>
          <p:spPr>
            <a:xfrm>
              <a:off x="9577609" y="2377402"/>
              <a:ext cx="1167728" cy="1167340"/>
            </a:xfrm>
            <a:prstGeom prst="ellipse">
              <a:avLst/>
            </a:prstGeom>
            <a:noFill/>
            <a:ln w="6350">
              <a:solidFill>
                <a:srgbClr val="6AE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29" name="Arc 23">
              <a:extLst>
                <a:ext uri="{FF2B5EF4-FFF2-40B4-BE49-F238E27FC236}">
                  <a16:creationId xmlns:a16="http://schemas.microsoft.com/office/drawing/2014/main" id="{9C0477FA-7A99-7A1A-FEE0-DE4859D17B4E}"/>
                </a:ext>
              </a:extLst>
            </p:cNvPr>
            <p:cNvSpPr/>
            <p:nvPr/>
          </p:nvSpPr>
          <p:spPr>
            <a:xfrm>
              <a:off x="9390392" y="2186816"/>
              <a:ext cx="1545336" cy="1545336"/>
            </a:xfrm>
            <a:prstGeom prst="arc">
              <a:avLst>
                <a:gd name="adj1" fmla="val 17026676"/>
                <a:gd name="adj2" fmla="val 13044588"/>
              </a:avLst>
            </a:prstGeom>
            <a:ln w="76200"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B69F7D-8BA5-75F4-94C5-149E3FBEA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0327" y="2730363"/>
              <a:ext cx="902292" cy="46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6</a:t>
              </a:r>
              <a:endParaRPr lang="en-US" altLang="zh-C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31" name="文本框 103">
            <a:extLst>
              <a:ext uri="{FF2B5EF4-FFF2-40B4-BE49-F238E27FC236}">
                <a16:creationId xmlns:a16="http://schemas.microsoft.com/office/drawing/2014/main" id="{5EC69B1B-75AE-892B-DBC7-68034427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4415" y="5889764"/>
            <a:ext cx="2435225" cy="7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Dự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đoán</a:t>
            </a:r>
            <a:endParaRPr lang="en-US" altLang="zh-CN"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Arial" panose="020B0604020202020204" pitchFamily="34" charset="0"/>
            </a:endParaRPr>
          </a:p>
        </p:txBody>
      </p:sp>
      <p:grpSp>
        <p:nvGrpSpPr>
          <p:cNvPr id="32" name="组合 94">
            <a:extLst>
              <a:ext uri="{FF2B5EF4-FFF2-40B4-BE49-F238E27FC236}">
                <a16:creationId xmlns:a16="http://schemas.microsoft.com/office/drawing/2014/main" id="{40EFDCBE-3D02-F22D-07ED-BE257DE1BD87}"/>
              </a:ext>
            </a:extLst>
          </p:cNvPr>
          <p:cNvGrpSpPr/>
          <p:nvPr/>
        </p:nvGrpSpPr>
        <p:grpSpPr>
          <a:xfrm>
            <a:off x="8075136" y="4165739"/>
            <a:ext cx="1546225" cy="1544637"/>
            <a:chOff x="9390392" y="2186816"/>
            <a:chExt cx="1545336" cy="154533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2D0FA2F-89DA-B4C5-333A-180A7D7C1093}"/>
                </a:ext>
              </a:extLst>
            </p:cNvPr>
            <p:cNvSpPr/>
            <p:nvPr/>
          </p:nvSpPr>
          <p:spPr>
            <a:xfrm>
              <a:off x="9577609" y="2377402"/>
              <a:ext cx="1167728" cy="1167340"/>
            </a:xfrm>
            <a:prstGeom prst="ellipse">
              <a:avLst/>
            </a:prstGeom>
            <a:noFill/>
            <a:ln w="6350">
              <a:solidFill>
                <a:srgbClr val="6AE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4" name="Arc 23">
              <a:extLst>
                <a:ext uri="{FF2B5EF4-FFF2-40B4-BE49-F238E27FC236}">
                  <a16:creationId xmlns:a16="http://schemas.microsoft.com/office/drawing/2014/main" id="{BFB5E3C4-6D3C-E5BD-5620-8D48D099EA7C}"/>
                </a:ext>
              </a:extLst>
            </p:cNvPr>
            <p:cNvSpPr/>
            <p:nvPr/>
          </p:nvSpPr>
          <p:spPr>
            <a:xfrm>
              <a:off x="9390392" y="2186816"/>
              <a:ext cx="1545336" cy="1545336"/>
            </a:xfrm>
            <a:prstGeom prst="arc">
              <a:avLst>
                <a:gd name="adj1" fmla="val 17026676"/>
                <a:gd name="adj2" fmla="val 13044588"/>
              </a:avLst>
            </a:prstGeom>
            <a:ln w="76200">
              <a:solidFill>
                <a:srgbClr val="6AE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A42F4ED-FBBF-907C-5978-44E1CFB22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0327" y="2730363"/>
              <a:ext cx="902292" cy="46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#9Slide03 Arima Madurai" panose="00000500000000000000" pitchFamily="2" charset="0"/>
                  <a:ea typeface="Noto Sans"/>
                  <a:cs typeface="#9Slide03 Arima Madurai" panose="00000500000000000000" pitchFamily="2" charset="0"/>
                  <a:sym typeface="+mn-lt"/>
                </a:rPr>
                <a:t>7</a:t>
              </a:r>
              <a:endParaRPr lang="en-US" altLang="zh-CN" sz="2400" b="1" dirty="0">
                <a:solidFill>
                  <a:schemeClr val="bg1"/>
                </a:solidFill>
                <a:latin typeface="#9Slide03 Arima Madurai" panose="00000500000000000000" pitchFamily="2" charset="0"/>
                <a:ea typeface="字魂70号-灵悦黑体" panose="00000500000000000000" pitchFamily="2" charset="-122"/>
                <a:cs typeface="#9Slide03 Arima Madurai" panose="00000500000000000000" pitchFamily="2" charset="0"/>
                <a:sym typeface="+mn-lt"/>
              </a:endParaRPr>
            </a:p>
          </p:txBody>
        </p:sp>
      </p:grpSp>
      <p:sp>
        <p:nvSpPr>
          <p:cNvPr id="36" name="文本框 103">
            <a:extLst>
              <a:ext uri="{FF2B5EF4-FFF2-40B4-BE49-F238E27FC236}">
                <a16:creationId xmlns:a16="http://schemas.microsoft.com/office/drawing/2014/main" id="{A93CC0C6-F243-4E95-4358-F094A63B7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6832" y="5889764"/>
            <a:ext cx="2435225" cy="7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Xử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lý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,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trình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bày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kết</a:t>
            </a:r>
            <a:r>
              <a:rPr lang="en-US" altLang="vi-VN" sz="1600" dirty="0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 </a:t>
            </a:r>
            <a:r>
              <a:rPr lang="en-US" altLang="vi-VN" sz="1600" dirty="0" err="1">
                <a:solidFill>
                  <a:schemeClr val="bg1"/>
                </a:soli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+mn-lt"/>
              </a:rPr>
              <a:t>quả</a:t>
            </a:r>
            <a:endParaRPr lang="en-US" altLang="zh-CN" sz="1600" dirty="0">
              <a:solidFill>
                <a:schemeClr val="bg1"/>
              </a:soli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75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1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2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7" grpId="0"/>
      <p:bldP spid="6" grpId="0"/>
      <p:bldP spid="31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BB1A-6320-AAB7-0C9E-FB4D2B35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63">
            <a:extLst>
              <a:ext uri="{FF2B5EF4-FFF2-40B4-BE49-F238E27FC236}">
                <a16:creationId xmlns:a16="http://schemas.microsoft.com/office/drawing/2014/main" id="{3671B0A5-76E1-5CD0-A6F7-BD3F8985EA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766" y="-296152"/>
            <a:ext cx="4240883" cy="2120442"/>
          </a:xfrm>
          <a:prstGeom prst="rect">
            <a:avLst/>
          </a:prstGeom>
        </p:spPr>
      </p:pic>
      <p:pic>
        <p:nvPicPr>
          <p:cNvPr id="41" name="image6.png">
            <a:extLst>
              <a:ext uri="{FF2B5EF4-FFF2-40B4-BE49-F238E27FC236}">
                <a16:creationId xmlns:a16="http://schemas.microsoft.com/office/drawing/2014/main" id="{9F8D4826-9CD6-86A7-01C3-3F98C6C3E81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42" name="image3.png">
            <a:extLst>
              <a:ext uri="{FF2B5EF4-FFF2-40B4-BE49-F238E27FC236}">
                <a16:creationId xmlns:a16="http://schemas.microsoft.com/office/drawing/2014/main" id="{F9739A48-16E6-28A5-9E60-84CFDA55B25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-23088" y="0"/>
            <a:ext cx="12215088" cy="6858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6139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569" y="0"/>
            <a:ext cx="13744938" cy="687246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47703" y="1928055"/>
            <a:ext cx="3840019" cy="186248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vi-VN" altLang="vi-VN" sz="11500" b="1" dirty="0">
                <a:gradFill flip="none" rotWithShape="1">
                  <a:gsLst>
                    <a:gs pos="0">
                      <a:srgbClr val="07F4FF"/>
                    </a:gs>
                    <a:gs pos="76000">
                      <a:srgbClr val="3882D7">
                        <a:alpha val="0"/>
                      </a:srgbClr>
                    </a:gs>
                  </a:gsLst>
                  <a:lin ang="5400000" scaled="1"/>
                </a:gra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</a:rPr>
              <a:t>20</a:t>
            </a:r>
            <a:r>
              <a:rPr lang="en-US" altLang="vi-VN" sz="11500" b="1" dirty="0">
                <a:gradFill flip="none" rotWithShape="1">
                  <a:gsLst>
                    <a:gs pos="0">
                      <a:srgbClr val="07F4FF"/>
                    </a:gs>
                    <a:gs pos="76000">
                      <a:srgbClr val="3882D7">
                        <a:alpha val="0"/>
                      </a:srgbClr>
                    </a:gs>
                  </a:gsLst>
                  <a:lin ang="5400000" scaled="1"/>
                </a:gradFill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</a:rPr>
              <a:t>25</a:t>
            </a:r>
            <a:endParaRPr lang="en-US" altLang="zh-CN" sz="11500" b="1" dirty="0">
              <a:gradFill flip="none" rotWithShape="1">
                <a:gsLst>
                  <a:gs pos="0">
                    <a:srgbClr val="07F4FF"/>
                  </a:gs>
                  <a:gs pos="76000">
                    <a:srgbClr val="3882D7">
                      <a:alpha val="0"/>
                    </a:srgbClr>
                  </a:gs>
                </a:gsLst>
                <a:lin ang="5400000" scaled="1"/>
              </a:gradFill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</a:endParaRPr>
          </a:p>
        </p:txBody>
      </p:sp>
      <p:sp>
        <p:nvSpPr>
          <p:cNvPr id="12" name="TextBox 31"/>
          <p:cNvSpPr txBox="1"/>
          <p:nvPr/>
        </p:nvSpPr>
        <p:spPr>
          <a:xfrm flipH="1">
            <a:off x="6472243" y="4020862"/>
            <a:ext cx="4861928" cy="1310640"/>
          </a:xfrm>
          <a:prstGeom prst="rect">
            <a:avLst/>
          </a:prstGeom>
          <a:noFill/>
        </p:spPr>
        <p:txBody>
          <a:bodyPr wrap="square">
            <a:norm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algn="ctr" defTabSz="685800" eaLnBrk="1" fontAlgn="auto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vi-VN" sz="4000" b="0" dirty="0" err="1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Cảm</a:t>
            </a:r>
            <a:r>
              <a:rPr lang="en-US" altLang="vi-VN" sz="4000" b="0" dirty="0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4000" b="0" dirty="0" err="1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ơn</a:t>
            </a:r>
            <a:r>
              <a:rPr lang="en-US" altLang="vi-VN" sz="4000" b="0" dirty="0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4000" b="0" dirty="0" err="1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thầy</a:t>
            </a:r>
            <a:r>
              <a:rPr lang="en-US" altLang="vi-VN" sz="4000" b="0" dirty="0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4000" b="0" dirty="0" err="1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giáo</a:t>
            </a:r>
            <a:r>
              <a:rPr lang="en-US" altLang="vi-VN" sz="4000" b="0" dirty="0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4000" b="0" dirty="0" err="1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đã</a:t>
            </a:r>
            <a:r>
              <a:rPr lang="en-US" altLang="vi-VN" sz="4000" b="0" dirty="0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4000" b="0" dirty="0" err="1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lắng</a:t>
            </a:r>
            <a:r>
              <a:rPr lang="en-US" altLang="vi-VN" sz="4000" b="0" dirty="0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 </a:t>
            </a:r>
            <a:r>
              <a:rPr lang="en-US" altLang="vi-VN" sz="4000" b="0" dirty="0" err="1">
                <a:gradFill>
                  <a:gsLst>
                    <a:gs pos="0">
                      <a:srgbClr val="07F4FF"/>
                    </a:gs>
                    <a:gs pos="100000">
                      <a:srgbClr val="3882D7"/>
                    </a:gs>
                  </a:gsLst>
                  <a:lin ang="16200000" scaled="1"/>
                </a:gradFill>
                <a:effectLst>
                  <a:outerShdw blurRad="266700" algn="tl" rotWithShape="0">
                    <a:srgbClr val="001D36">
                      <a:alpha val="55000"/>
                    </a:srgbClr>
                  </a:outerShdw>
                </a:effectLst>
                <a:latin typeface="#9Slide03 Arima Madurai" panose="00000500000000000000" pitchFamily="2" charset="0"/>
                <a:ea typeface="Noto Sans"/>
                <a:cs typeface="#9Slide03 Arima Madurai" panose="00000500000000000000" pitchFamily="2" charset="0"/>
                <a:sym typeface="Century Gothic" panose="020B0502020202020204" pitchFamily="34" charset="0"/>
              </a:rPr>
              <a:t>nghe</a:t>
            </a:r>
            <a:endParaRPr lang="zh-CN" altLang="en-US" sz="4000" b="0" dirty="0">
              <a:gradFill>
                <a:gsLst>
                  <a:gs pos="0">
                    <a:srgbClr val="07F4FF"/>
                  </a:gs>
                  <a:gs pos="100000">
                    <a:srgbClr val="3882D7"/>
                  </a:gs>
                </a:gsLst>
                <a:lin ang="16200000" scaled="1"/>
              </a:gradFill>
              <a:effectLst>
                <a:outerShdw blurRad="266700" algn="tl" rotWithShape="0">
                  <a:srgbClr val="001D36">
                    <a:alpha val="55000"/>
                  </a:srgbClr>
                </a:outerShdw>
              </a:effectLst>
              <a:latin typeface="#9Slide03 Arima Madurai" panose="00000500000000000000" pitchFamily="2" charset="0"/>
              <a:ea typeface="字魂70号-灵悦黑体" panose="00000500000000000000" pitchFamily="2" charset="-122"/>
              <a:cs typeface="#9Slide03 Arima Madurai" panose="00000500000000000000" pitchFamily="2" charset="0"/>
              <a:sym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1494</Words>
  <Application>Microsoft Office PowerPoint</Application>
  <PresentationFormat>Widescreen</PresentationFormat>
  <Paragraphs>187</Paragraphs>
  <Slides>24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#9Slide03 Arima Madurai Bold</vt:lpstr>
      <vt:lpstr>Microsoft YaHei UI Light</vt:lpstr>
      <vt:lpstr>#9Slide03 Arima Madurai</vt:lpstr>
      <vt:lpstr>#9Slide03 BoosterNextFYBlack</vt:lpstr>
      <vt:lpstr>Anton</vt:lpstr>
      <vt:lpstr>Arial</vt:lpstr>
      <vt:lpstr>Noto Sans</vt:lpstr>
      <vt:lpstr>1_Office 主题​​</vt:lpstr>
      <vt:lpstr>3_Office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Nhã Trần Văn</cp:lastModifiedBy>
  <cp:revision>23</cp:revision>
  <dcterms:created xsi:type="dcterms:W3CDTF">2019-08-15T13:26:00Z</dcterms:created>
  <dcterms:modified xsi:type="dcterms:W3CDTF">2025-06-20T03:08:49Z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D5DF04A567A24227B739ED3C5471B171</vt:lpwstr>
  </property>
  <property fmtid="{D5CDD505-2E9C-101B-9397-08002B2CF9AE}" pid="3" name="KSOProductBuildVer">
    <vt:lpwstr>2052-11.1.0.10228</vt:lpwstr>
  </property>
</Properties>
</file>